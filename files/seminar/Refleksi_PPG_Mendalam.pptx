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a84c7ebe9c476c" /><Relationship Type="http://schemas.openxmlformats.org/officeDocument/2006/relationships/extended-properties" Target="/docProps/app.xml" Id="R949af728f2514c81" /><Relationship Type="http://schemas.openxmlformats.org/officeDocument/2006/relationships/officeDocument" Target="/ppt/presentation.xml" Id="R8d7271c73c204bcc" /></Relationships>
</file>

<file path=ppt/presentation.xml><?xml version="1.0" encoding="utf-8"?>
<p:presentation xmlns:p="http://schemas.openxmlformats.org/presentationml/2006/main">
  <p:sldMasterIdLst>
    <p:sldMasterId xmlns:r="http://schemas.openxmlformats.org/officeDocument/2006/relationships" id="2147483648" r:id="Ra9b51abe7e9048d4"/>
  </p:sldMasterIdLst>
  <p:notesMasterIdLst>
    <p:notesMasterId xmlns:r="http://schemas.openxmlformats.org/officeDocument/2006/relationships" r:id="R3a1723720a0e487a"/>
  </p:notesMasterIdLst>
  <p:sldIdLst>
    <p:sldId xmlns:r="http://schemas.openxmlformats.org/officeDocument/2006/relationships" id="256" r:id="Raad1b24e78ce438c"/>
    <p:sldId xmlns:r="http://schemas.openxmlformats.org/officeDocument/2006/relationships" id="257" r:id="R06638cd5622d43a6"/>
    <p:sldId xmlns:r="http://schemas.openxmlformats.org/officeDocument/2006/relationships" id="258" r:id="R385818dbc9384ed3"/>
    <p:sldId xmlns:r="http://schemas.openxmlformats.org/officeDocument/2006/relationships" id="259" r:id="Ra0ce868cfd744b7e"/>
    <p:sldId xmlns:r="http://schemas.openxmlformats.org/officeDocument/2006/relationships" id="260" r:id="R8a110b7d4f0a414c"/>
    <p:sldId xmlns:r="http://schemas.openxmlformats.org/officeDocument/2006/relationships" id="261" r:id="Ra78cb348e7b84e05"/>
    <p:sldId xmlns:r="http://schemas.openxmlformats.org/officeDocument/2006/relationships" id="262" r:id="Rfc73cf343e1240e9"/>
    <p:sldId xmlns:r="http://schemas.openxmlformats.org/officeDocument/2006/relationships" id="263" r:id="R01f015731d7a4ed1"/>
    <p:sldId xmlns:r="http://schemas.openxmlformats.org/officeDocument/2006/relationships" id="264" r:id="Rc26dc46c742049e3"/>
    <p:sldId xmlns:r="http://schemas.openxmlformats.org/officeDocument/2006/relationships" id="265" r:id="R585f7abf1c4a4f5c"/>
    <p:sldId xmlns:r="http://schemas.openxmlformats.org/officeDocument/2006/relationships" id="266" r:id="Ra9cf1a7ade364229"/>
    <p:sldId xmlns:r="http://schemas.openxmlformats.org/officeDocument/2006/relationships" id="267" r:id="Ra181f484263949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22c5d939be4e27" /><Relationship Type="http://schemas.openxmlformats.org/officeDocument/2006/relationships/slideMaster" Target="/ppt/slideMasters/slideMaster1.xml" Id="Ra9b51abe7e9048d4" /><Relationship Type="http://schemas.openxmlformats.org/officeDocument/2006/relationships/notesMaster" Target="/ppt/notesMasters/notesMaster1.xml" Id="R3a1723720a0e487a" /><Relationship Type="http://schemas.openxmlformats.org/officeDocument/2006/relationships/presProps" Target="/ppt/presProps.xml" Id="R987973c9352e4e9c" /><Relationship Type="http://schemas.openxmlformats.org/officeDocument/2006/relationships/tableStyles" Target="/ppt/tableStyles.xml" Id="Rf293ebc9f2fc47a6" /><Relationship Type="http://schemas.openxmlformats.org/officeDocument/2006/relationships/slide" Target="/ppt/slides/slide1.xml" Id="Raad1b24e78ce438c" /><Relationship Type="http://schemas.openxmlformats.org/officeDocument/2006/relationships/slide" Target="/ppt/slides/slide2.xml" Id="R06638cd5622d43a6" /><Relationship Type="http://schemas.openxmlformats.org/officeDocument/2006/relationships/slide" Target="/ppt/slides/slide3.xml" Id="R385818dbc9384ed3" /><Relationship Type="http://schemas.openxmlformats.org/officeDocument/2006/relationships/slide" Target="/ppt/slides/slide4.xml" Id="Ra0ce868cfd744b7e" /><Relationship Type="http://schemas.openxmlformats.org/officeDocument/2006/relationships/slide" Target="/ppt/slides/slide5.xml" Id="R8a110b7d4f0a414c" /><Relationship Type="http://schemas.openxmlformats.org/officeDocument/2006/relationships/slide" Target="/ppt/slides/slide6.xml" Id="Ra78cb348e7b84e05" /><Relationship Type="http://schemas.openxmlformats.org/officeDocument/2006/relationships/slide" Target="/ppt/slides/slide7.xml" Id="Rfc73cf343e1240e9" /><Relationship Type="http://schemas.openxmlformats.org/officeDocument/2006/relationships/slide" Target="/ppt/slides/slide8.xml" Id="R01f015731d7a4ed1" /><Relationship Type="http://schemas.openxmlformats.org/officeDocument/2006/relationships/slide" Target="/ppt/slides/slide9.xml" Id="Rc26dc46c742049e3" /><Relationship Type="http://schemas.openxmlformats.org/officeDocument/2006/relationships/slide" Target="/ppt/slides/slide10.xml" Id="R585f7abf1c4a4f5c" /><Relationship Type="http://schemas.openxmlformats.org/officeDocument/2006/relationships/slide" Target="/ppt/slides/slide11.xml" Id="Ra9cf1a7ade364229" /><Relationship Type="http://schemas.openxmlformats.org/officeDocument/2006/relationships/slide" Target="/ppt/slides/slide12.xml" Id="Ra181f484263949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147a22fcb942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3ac7b6de8943c1" /><Relationship Type="http://schemas.openxmlformats.org/officeDocument/2006/relationships/notesMaster" Target="/ppt/notesMasters/notesMaster1.xml" Id="R8a8ed23a5ce447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9da8f24fa14f71" /><Relationship Type="http://schemas.openxmlformats.org/officeDocument/2006/relationships/notesMaster" Target="/ppt/notesMasters/notesMaster1.xml" Id="Rfb62d9a163334e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b54b4ad3a44737" /><Relationship Type="http://schemas.openxmlformats.org/officeDocument/2006/relationships/notesMaster" Target="/ppt/notesMasters/notesMaster1.xml" Id="Rdee224f12ec144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8252d3eb7e4146" /><Relationship Type="http://schemas.openxmlformats.org/officeDocument/2006/relationships/notesMaster" Target="/ppt/notesMasters/notesMaster1.xml" Id="R35733cc2d70647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a51ad4af2841bb" /><Relationship Type="http://schemas.openxmlformats.org/officeDocument/2006/relationships/notesMaster" Target="/ppt/notesMasters/notesMaster1.xml" Id="R37023125910a42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b0fa8b5b5a40d7" /><Relationship Type="http://schemas.openxmlformats.org/officeDocument/2006/relationships/notesMaster" Target="/ppt/notesMasters/notesMaster1.xml" Id="R72ea9bcd6d1d4f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9c0a5051164b7d" /><Relationship Type="http://schemas.openxmlformats.org/officeDocument/2006/relationships/notesMaster" Target="/ppt/notesMasters/notesMaster1.xml" Id="Re7176f2f271649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2b533fb8104da7" /><Relationship Type="http://schemas.openxmlformats.org/officeDocument/2006/relationships/notesMaster" Target="/ppt/notesMasters/notesMaster1.xml" Id="R42d828e655ac47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ecae3f3aed4ca9" /><Relationship Type="http://schemas.openxmlformats.org/officeDocument/2006/relationships/notesMaster" Target="/ppt/notesMasters/notesMaster1.xml" Id="R2eda8a1f99ee49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e0b07703e045f9" /><Relationship Type="http://schemas.openxmlformats.org/officeDocument/2006/relationships/notesMaster" Target="/ppt/notesMasters/notesMaster1.xml" Id="Rdf8f3bfe1f7a48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ad391574af4993" /><Relationship Type="http://schemas.openxmlformats.org/officeDocument/2006/relationships/notesMaster" Target="/ppt/notesMasters/notesMaster1.xml" Id="Rc4496f37dd4d4b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777af0a5f54fb2" /><Relationship Type="http://schemas.openxmlformats.org/officeDocument/2006/relationships/notesMaster" Target="/ppt/notesMasters/notesMaster1.xml" Id="Rf4015373617545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Assalamualaikum warahmatullahi wabarakatuh. Saya Fery Nur Indahsari, NIM 20250843953. Pada mata kuliah Seminar Pendidikan ini, saya merefleksikan perjalanan belajar selama mengikuti PPG, mulai dari semester 1 sampai semester 2. Saya menghubungkan pembelajaran di perkuliahan dengan pengalaman PPL di SMK Negeri 2 Depok Sleman dan pengembangan media MetalVerseFery.</a:t>
            </a:r>
          </a:p>
          <a:p xmlns:a="http://schemas.openxmlformats.org/drawingml/2006/main">
            <a:r>
              <a:t/>
            </a:r>
          </a:p>
          <a:p xmlns:a="http://schemas.openxmlformats.org/drawingml/2006/main">
            <a:r>
              <a:t>Dalam PPT refleksi saya sebelumnya, perubahan yang saya tekankan adalah pergeseran dari fokus pada materi yang tersampaikan menjadi perhatian terhadap kebutuhan dan pemahaman peserta didik. Perubahan cara pandang itu menjadi benang merah presentasi ini. Saya akan membahas hal yang saya pelajari di tiap semester, maknanya dalam praktik, dan artefak yang menunjukkan perkembangan saya.</a:t>
            </a:r>
          </a:p>
          <a:p xmlns:a="http://schemas.openxmlformats.org/drawingml/2006/main">
            <a:r>
              <a:t/>
            </a:r>
          </a:p>
          <a:p xmlns:a="http://schemas.openxmlformats.org/drawingml/2006/main">
            <a:r>
              <a:t>MetalVerseFery saya tempatkan sebagai contoh karya yang dapat diperiksa, khususnya simulasi fabrikasi logam dan buku digital. Keberadaan media menunjukkan usaha saya merancang pembelajaran. Untuk menyatakan manfaatnya bagi hasil belajar, saya masih perlu menghubungkannya dengan pekerjaan siswa, pengamatan praktik, dan umpan balik. Dengan demikian, refleksi saya berakhir pada perbaikan yang dapat ditindaklanjuti.</a:t>
            </a:r>
          </a:p>
          <a:p xmlns:a="http://schemas.openxmlformats.org/drawingml/2006/main">
            <a:r>
              <a:t/>
            </a:r>
          </a:p>
          <a:p xmlns:a="http://schemas.openxmlformats.org/drawingml/2006/main">
            <a:r>
              <a:t>Transisi: Saya mulai dari dasar pemikiran yang saya pelajari pada semester 1.</a:t>
            </a:r>
          </a:p>
          <a:p xmlns:a="http://schemas.openxmlformats.org/drawingml/2006/main">
            <a:r>
              <a:t/>
            </a:r>
          </a:p>
          <a:p xmlns:a="http://schemas.openxmlformats.org/drawingml/2006/main">
            <a:r>
              <a:t>Ilustrasi konseptual dibuat menggunakan imagegen, bukan foto kegiatan PPL yang sebenarnya.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ini menjelaskan hubungan antarpengalaman selama PPG. Pada semester 1, saya mempelajari dasar memahami peserta didik, filosofi pendidikan, pola pikir bertumbuh, serta pembelajaran dan asesmen. Dasar ini membantu saya mempertanyakan tujuan di balik suatu pilihan mengajar. Dalam pengalaman PPL, saya menghubungkan pilihan tersebut dengan pembelajaran fabrikasi logam dan arahan guru pamong. Pada semester 2, pembelajaran semakin berkaitan dengan PSE, konteks kejuruan, pengembangan media, dan kepemimpinan.</a:t>
            </a:r>
          </a:p>
          <a:p xmlns:a="http://schemas.openxmlformats.org/drawingml/2006/main">
            <a:r>
              <a:t/>
            </a:r>
          </a:p>
          <a:p xmlns:a="http://schemas.openxmlformats.org/drawingml/2006/main">
            <a:r>
              <a:t>Makna hubungan tersebut bagi saya adalah bahwa kegiatan perkuliahan dan praktik perlu dibaca sebagai satu proses perkembangan. Saya belajar merancang kegiatan, meninjau pelaksanaannya, lalu menentukan perbaikan. Karena itu, saya perlu menyimpan bukti yang menjelaskan keputusan saya, termasuk respons siswa dan catatan proses praktik. Produk media menjadi salah satu artefak, tetapi saya juga perlu melihat bagaimana siswa menggunakannya.</a:t>
            </a:r>
          </a:p>
          <a:p xmlns:a="http://schemas.openxmlformats.org/drawingml/2006/main">
            <a:r>
              <a:t/>
            </a:r>
          </a:p>
          <a:p xmlns:a="http://schemas.openxmlformats.org/drawingml/2006/main">
            <a:r>
              <a:t>Benang merah refleksi saya adalah kebutuhan membuat keputusan mengajar yang peka terhadap murid dan dapat dijelaskan melalui bukti belajar. Inilah dasar saya untuk membahas dua semester secara lebih rinci.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Pada semester 1, saya mempelajari dasar untuk memahami peserta didik dan merancang pembelajaran. Filosofi pendidikan membantu saya memaknai peran guru sebagai penuntun. PPDP mengingatkan saya bahwa peserta didik membawa kesiapan, pengalaman, dan kebutuhan yang berbeda. Karena itu, ukuran keberhasilan pembelajaran perlu mencakup pemahaman siswa, selain keterlaksanaan penyampaian materi.</a:t>
            </a:r>
          </a:p>
          <a:p xmlns:a="http://schemas.openxmlformats.org/drawingml/2006/main">
            <a:r>
              <a:t/>
            </a:r>
          </a:p>
          <a:p xmlns:a="http://schemas.openxmlformats.org/drawingml/2006/main">
            <a:r>
              <a:t>Pembelajaran dan asesmen juga memberi saya dasar untuk menyelaraskan tujuan, kegiatan, dan bukti belajar. Dalam bidang fabrikasi logam, tujuan memahami suatu proses perlu diikuti kegiatan yang membuat siswa mengamati, menjelaskan alasan, lalu mencoba dengan bimbingan yang sesuai. Saya perlu mengecek pemahaman awal sebelum menentukan bantuan yang diberikan.</a:t>
            </a:r>
          </a:p>
          <a:p xmlns:a="http://schemas.openxmlformats.org/drawingml/2006/main">
            <a:r>
              <a:t/>
            </a:r>
          </a:p>
          <a:p xmlns:a="http://schemas.openxmlformats.org/drawingml/2006/main">
            <a:r>
              <a:t>Pola pikir bertumbuh membuat saya melihat kesulitan dan kesalahan sebagai bahan evaluasi. Makna reflektifnya bagi saya adalah kesediaan meninjau cara mengajar ketika siswa belum memahami. Bagian yang masih perlu saya kuatkan adalah mendokumentasikan dasar pemilihan strategi, misalnya hasil asesmen awal dan catatan respons siswa. Dengan bukti tersebut, keputusan pembelajaran menjadi lebih jelas dan dapat diperbaiki.</a:t>
            </a:r>
          </a:p>
          <a:p xmlns:a="http://schemas.openxmlformats.org/drawingml/2006/main">
            <a:r>
              <a:t/>
            </a:r>
          </a:p>
          <a:p xmlns:a="http://schemas.openxmlformats.org/drawingml/2006/main">
            <a:r>
              <a:t>Transisi: Pada semester 2, dasar ini saya hubungkan lebih dekat dengan suasana belajar dan konteks kejuruan.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Pada semester 2, saya memperdalam pembelajaran dan asesmen serta mempelajari PSE, literasi kesehatan mental, PPKP, dan inovasi pembelajaran kejuruan. Bagi saya, hubungan antarmata kuliah ini terlihat pada pentingnya suasana belajar yang aman dan kegiatan yang relevan dengan kehidupan peserta didik.</a:t>
            </a:r>
          </a:p>
          <a:p xmlns:a="http://schemas.openxmlformats.org/drawingml/2006/main">
            <a:r>
              <a:t/>
            </a:r>
          </a:p>
          <a:p xmlns:a="http://schemas.openxmlformats.org/drawingml/2006/main">
            <a:r>
              <a:t>Dalam pembelajaran bengkel, rasa aman berkaitan dengan keselamatan kerja sekaligus keberanian bertanya dan menyampaikan kesulitan. PSE membantu saya mempertimbangkan cara berkomunikasi dan memberi umpan balik. Saya perlu membuat siswa memahami prosedur sambil merasa mendapat pendampingan yang cukup.</a:t>
            </a:r>
          </a:p>
          <a:p xmlns:a="http://schemas.openxmlformats.org/drawingml/2006/main">
            <a:r>
              <a:t/>
            </a:r>
          </a:p>
          <a:p xmlns:a="http://schemas.openxmlformats.org/drawingml/2006/main">
            <a:r>
              <a:t>Inovasi kejuruan mendorong saya menghubungkan bahan ajar dengan proses fabrikasi logam. Dari sini saya menempatkan simulasi dan buku digital sebagai bagian dari rancangan pembelajaran. Projek kepemimpinan melalui Aksara Jawa, yang sudah saya cantumkan dalam PPT awal, juga memberi ruang untuk merefleksikan komunikasi dan kepekaan terhadap konteks masyarakat.</a:t>
            </a:r>
          </a:p>
          <a:p xmlns:a="http://schemas.openxmlformats.org/drawingml/2006/main">
            <a:r>
              <a:t/>
            </a:r>
          </a:p>
          <a:p xmlns:a="http://schemas.openxmlformats.org/drawingml/2006/main">
            <a:r>
              <a:t>Kesimpulan saya dari dua semester ini adalah bahwa pengetahuan pedagogik, penguasaan bidang kejuruan, dan kemampuan bekerja sama perlu saling mendukung. Saya masih perlu menyimpan dokumentasi kegiatan dan umpan balik agar perkembangan tersebut dapat dijelaskan dengan bukti yang lebih lengkap.</a:t>
            </a:r>
          </a:p>
          <a:p xmlns:a="http://schemas.openxmlformats.org/drawingml/2006/main">
            <a:r>
              <a:t/>
            </a:r>
          </a:p>
          <a:p xmlns:a="http://schemas.openxmlformats.org/drawingml/2006/main">
            <a:r>
              <a:t>Transisi: Hubungan antara teori dan kebutuhan nyata menjadi semakin jelas melalui pengalaman PPL.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PPL saya adalah SMK Negeri 2 Depok Sleman, pada kelas XI TFLM dalam pembelajaran Teknik Fabrikasi Logam. Pembelajaran berlangsung dua kali seminggu, dengan tujuh JP setiap pertemuan yang terdiri atas satu JP teori dan enam JP praktik, dalam koordinasi dengan guru pamong. Pengalaman observasi, praktik terbimbing, dan praktik mandiri menjadi bahan untuk meninjau kembali rancangan pembelajaran saya.</a:t>
            </a:r>
          </a:p>
          <a:p xmlns:a="http://schemas.openxmlformats.org/drawingml/2006/main">
            <a:r>
              <a:t/>
            </a:r>
          </a:p>
          <a:p xmlns:a="http://schemas.openxmlformats.org/drawingml/2006/main">
            <a:r>
              <a:t>Jika saya menggunakan refleksi 4C, Connection tampak pada hubungan antara teori perkuliahan dan pembelajaran bengkel. Challenge mencakup hal yang perlu saya cermati, seperti perbedaan kesiapan siswa, pembagian waktu, dan pembiasaan K3. Concept yang saya gunakan untuk memikirkan perbaikan adalah asesmen awal, demonstrasi, latihan bertahap, dan umpan balik selama proses. Change saya rumuskan sebagai rencana pendampingan yang lebih sesuai dengan kebutuhan siswa.</a:t>
            </a:r>
          </a:p>
          <a:p xmlns:a="http://schemas.openxmlformats.org/drawingml/2006/main">
            <a:r>
              <a:t/>
            </a:r>
          </a:p>
          <a:p xmlns:a="http://schemas.openxmlformats.org/drawingml/2006/main">
            <a:r>
              <a:t>Pelajaran pentingnya adalah bahwa penjelasan guru perlu diikuti kesempatan siswa mencoba dan menunjukkan pemahaman. Saya juga perlu membedakan penguasaan konsep, kepatuhan terhadap prosedur, dan mutu hasil praktik. Pengamatan serta masukan guru pamong dapat membantu saya mengevaluasi ketiganya. Tanpa catatan itu, saya akan kesulitan menjelaskan bagian pembelajaran yang benar-benar perlu diperbaiki.</a:t>
            </a:r>
          </a:p>
          <a:p xmlns:a="http://schemas.openxmlformats.org/drawingml/2006/main">
            <a:r>
              <a:t/>
            </a:r>
          </a:p>
          <a:p xmlns:a="http://schemas.openxmlformats.org/drawingml/2006/main">
            <a:r>
              <a:t>Transisi: Salah satu respons pengembangan media saya terhadap kebutuhan pembelajaran kejuruan adalah MetalVerseFery.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 mengembangkan MetalVerseFery dengan dua bagian utama yang relevan dengan refleksi ini, yaitu simulasi fabrikasi dan pengelasan serta buku digital interaktif. Kebutuhan yang saya respons adalah membantu siswa mengamati konsep dan urutan kerja, sekaligus menyediakan bahan yang dapat dibuka kembali. Kebutuhan tersebut perlu saya cek secara lebih terarah melalui asesmen awal, pengamatan praktik, dan masukan siswa.</a:t>
            </a:r>
          </a:p>
          <a:p xmlns:a="http://schemas.openxmlformats.org/drawingml/2006/main">
            <a:r>
              <a:t/>
            </a:r>
          </a:p>
          <a:p xmlns:a="http://schemas.openxmlformats.org/drawingml/2006/main">
            <a:r>
              <a:t>Peran simulasi adalah memberi ruang eksplorasi proses serta parameter. Peran buku digital adalah menata materi, pertanyaan, dan panduan praktik. Keduanya perlu saya hubungkan dengan tujuan belajar dan kegiatan di bengkel. Sebagai contoh rencana, siswa mengamati perubahan suatu parameter, menjelaskan alasannya, lalu membandingkan pemahamannya dengan prosedur praktik yang dibimbing guru.</a:t>
            </a:r>
          </a:p>
          <a:p xmlns:a="http://schemas.openxmlformats.org/drawingml/2006/main">
            <a:r>
              <a:t/>
            </a:r>
          </a:p>
          <a:p xmlns:a="http://schemas.openxmlformats.org/drawingml/2006/main">
            <a:r>
              <a:t>Pelajaran bagi saya adalah bahwa inovasi memerlukan keputusan pedagogik, selain pengembangan fitur. Saya perlu menentukan prasyarat, pertanyaan penuntun, dan cara menilai pemahaman. Gambar pada slide ini merupakan ilustrasi konsep media, bukan tangkapan layar aplikasi atau dokumentasi kegiatan. Dua slide berikutnya menampilkan artefak aplikasi yang sebenarnya.</a:t>
            </a:r>
          </a:p>
          <a:p xmlns:a="http://schemas.openxmlformats.org/drawingml/2006/main">
            <a:r>
              <a:t/>
            </a:r>
          </a:p>
          <a:p xmlns:a="http://schemas.openxmlformats.org/drawingml/2006/main">
            <a:r>
              <a:t>Ilustrasi konsep dibuat menggunakan imagegen. Gambar perangkat bukan antarmuka aplikasi MetalVerseFery yang sebenarnya.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MetalVerseFery adalah inovasi pembelajaran yang saya kembangkan untuk mendukung pembelajaran fabrikasi logam. Salah satu bagiannya adalah simulasi fabrikasi dan pengelasan. Cuplikan pada slide ini merupakan tampilan asli bagian bending dan perakitan, yang menampilkan sudut tekuk, kesikuan, serta kalkulasi bentangan.</a:t>
            </a:r>
          </a:p>
          <a:p xmlns:a="http://schemas.openxmlformats.org/drawingml/2006/main">
            <a:r>
              <a:t/>
            </a:r>
          </a:p>
          <a:p xmlns:a="http://schemas.openxmlformats.org/drawingml/2006/main">
            <a:r>
              <a:t>Saya menghubungkan media ini dengan kebutuhan menjembatani penjelasan konsep dan kegiatan bengkel. Sebagai contoh rencana penggunaan, siswa dapat mengamati perubahan sudut tekuk, menjelaskan apa yang terjadi pada pelat, lalu mendiskusikan kaitannya dengan prosedur praktik. Guru tetap perlu memberi pengantar, pertanyaan penuntun, dan pemeriksaan pemahaman. Praktik nyata serta pendampingan K3 tetap diperlukan.</a:t>
            </a:r>
          </a:p>
          <a:p xmlns:a="http://schemas.openxmlformats.org/drawingml/2006/main">
            <a:r>
              <a:t/>
            </a:r>
          </a:p>
          <a:p xmlns:a="http://schemas.openxmlformats.org/drawingml/2006/main">
            <a:r>
              <a:t>Analisis artefak pertama: simulator menunjukkan kemampuan saya mengubah materi kejuruan menjadi media yang dapat dieksplorasi. Nilai pedagogiknya terletak pada rancangan kesempatan mengamati dan menjelaskan proses. Keterbatasannya adalah tampilan atau angka dalam aplikasi belum menjadi bukti bahwa keterampilan siswa meningkat. Saya perlu menilai kesesuaian isi bersama guru pamong, menguji penggunaan pada perangkat siswa, lalu menghubungkannya dengan bukti praktik nyata.</a:t>
            </a:r>
          </a:p>
          <a:p xmlns:a="http://schemas.openxmlformats.org/drawingml/2006/main">
            <a:r>
              <a:t/>
            </a:r>
          </a:p>
          <a:p xmlns:a="http://schemas.openxmlformats.org/drawingml/2006/main">
            <a:r>
              <a:t>Transisi: Bagian kedua dari inovasi saya adalah buku digital yang mendampingi pemahaman materi dan langkah kerja.</a:t>
            </a:r>
          </a:p>
          <a:p xmlns:a="http://schemas.openxmlformats.org/drawingml/2006/main">
            <a:r>
              <a:t/>
            </a:r>
          </a:p>
          <a:p xmlns:a="http://schemas.openxmlformats.org/drawingml/2006/main">
            <a:r>
              <a:t>Sumber artefak: https://feryindahsari.github.io/metalversefery/Simulasi_Fabrikasi_dan_Pengelasan.html, ditinjau 24 Oktober 2026. Angka pada aplikasi adalah keluaran simulasi, bukan hasil penelitian atau nilai siswa.</a:t>
            </a:r>
          </a:p>
          <a:p xmlns:a="http://schemas.openxmlformats.org/drawingml/2006/main">
            <a:r>
              <a:t/>
            </a:r>
          </a:p>
          <a:p xmlns:a="http://schemas.openxmlformats.org/drawingml/2006/main">
            <a:r>
              <a:t>Pada versi ini, cuplikan memperlihatkan mode orbit 3D rakitan bending. Saya menyoroti visual benda, pengaturan tampilan, dan informasi kalkulasi yang terlihat. Angka pada aplikasi merupakan keluaran simulasi, sehingga perlu ditafsirkan sesuai tujuan penggunaan dan divalidasi secara teknis.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Artefak kedua adalah Buku Digital Interaktif Teknik Fabrikasi Logam dan Manufaktur Fase F. Tampilan asli pada slide memperlihatkan daftar bab, materi K3LH, serta akses kuis dan job sheet. Buku ini berkaitan dengan kebutuhan menyediakan bahan belajar yang dapat dibaca kembali sebelum, selama, dan setelah pembelajaran.</a:t>
            </a:r>
          </a:p>
          <a:p xmlns:a="http://schemas.openxmlformats.org/drawingml/2006/main">
            <a:r>
              <a:t/>
            </a:r>
          </a:p>
          <a:p xmlns:a="http://schemas.openxmlformats.org/drawingml/2006/main">
            <a:r>
              <a:t>Analisis artefaknya: susunan materi dan job sheet memperlihatkan usaha saya menghubungkan pengetahuan dengan langkah kerja. Kuis dapat menjadi bahan pemeriksaan pemahaman apabila pertanyaan serta tindak lanjutnya sesuai dengan tujuan pembelajaran. Bagi perkembangan saya, karya ini menunjukkan bahwa menyusun bahan ajar memerlukan pemikiran tentang urutan belajar, bahasa, dan kebutuhan bantuan siswa.</a:t>
            </a:r>
          </a:p>
          <a:p xmlns:a="http://schemas.openxmlformats.org/drawingml/2006/main">
            <a:r>
              <a:t/>
            </a:r>
          </a:p>
          <a:p xmlns:a="http://schemas.openxmlformats.org/drawingml/2006/main">
            <a:r>
              <a:t>Batas kesimpulannya perlu jelas. Keberadaan bab, kuis, dan job sheet menunjukkan kelengkapan fitur, tetapi belum membuktikan keterbacaan atau efektivitasnya. Bagian yang perlu saya periksa berikutnya adalah kemudahan membaca di HP, kesesuaian isi dengan pembelajaran bengkel, serta kesulitan siswa saat mengikuti panduan.</a:t>
            </a:r>
          </a:p>
          <a:p xmlns:a="http://schemas.openxmlformats.org/drawingml/2006/main">
            <a:r>
              <a:t/>
            </a:r>
          </a:p>
          <a:p xmlns:a="http://schemas.openxmlformats.org/drawingml/2006/main">
            <a:r>
              <a:t>Bukti lanjutan yang ingin saya kumpulkan adalah jawaban kuis beserta alasannya, catatan kesulitan, hasil job sheet, dan umpan balik siswa serta guru pamong. Bukti itu akan membantu saya menentukan bagian buku dan simulasi yang perlu direvisi.</a:t>
            </a:r>
          </a:p>
          <a:p xmlns:a="http://schemas.openxmlformats.org/drawingml/2006/main">
            <a:r>
              <a:t/>
            </a:r>
          </a:p>
          <a:p xmlns:a="http://schemas.openxmlformats.org/drawingml/2006/main">
            <a:r>
              <a:t>Transisi: Dari perkuliahan, PPL, dan kedua artefak ini, saya merumuskan hasil refleksi secara keseluruhan.</a:t>
            </a:r>
          </a:p>
          <a:p xmlns:a="http://schemas.openxmlformats.org/drawingml/2006/main">
            <a:r>
              <a:t/>
            </a:r>
          </a:p>
          <a:p xmlns:a="http://schemas.openxmlformats.org/drawingml/2006/main">
            <a:r>
              <a:t>Sumber artefak: https://feryindahsari.github.io/metalversefery/Buku_Digital_Interaktif_TFLM_Fase_F.html, ditinjau 24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Analisis artefak perlu membedakan apa yang benar-benar terlihat dan apa yang belum dapat disimpulkan. Pada simulator, saya dapat menunjukkan adanya upaya memvisualkan proses serta parameter fabrikasi. Pada buku digital, saya dapat menunjukkan susunan materi, kuis, dan job sheet. Kedua artefak ini mendukung refleksi tentang perkembangan kemampuan saya merancang media kejuruan.</a:t>
            </a:r>
          </a:p>
          <a:p xmlns:a="http://schemas.openxmlformats.org/drawingml/2006/main">
            <a:r>
              <a:t/>
            </a:r>
          </a:p>
          <a:p xmlns:a="http://schemas.openxmlformats.org/drawingml/2006/main">
            <a:r>
              <a:t>Namun, saya belum dapat menyimpulkan peningkatan hasil belajar hanya dari tampilan aplikasi. Untuk simulasi, saya perlu melihat alasan siswa saat memilih parameter dan keterhubungannya dengan pengamatan praktik nyata. Untuk buku, saya perlu memeriksa keterbacaan, jawaban kuis, pekerjaan pada job sheet, dan catatan kesulitan siswa.</a:t>
            </a:r>
          </a:p>
          <a:p xmlns:a="http://schemas.openxmlformats.org/drawingml/2006/main">
            <a:r>
              <a:t/>
            </a:r>
          </a:p>
          <a:p xmlns:a="http://schemas.openxmlformats.org/drawingml/2006/main">
            <a:r>
              <a:t>Bukti tersebut perlu dianalisis bersama konteks pembelajaran. Misalnya, jika siswa dapat memilih jawaban tetapi belum mampu menjelaskan alasannya, saya perlu meninjau pertanyaan dan bantuan yang diberikan. Jika panduan sulit diikuti, urutan atau bahasa buku perlu diperbaiki. Dengan cara ini, artefak menjadi dasar evaluasi dan pengembangan yang bisa ditelusuri, bukan sekadar pelengkap presentasi.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Rumusan hasil refleksi saya adalah bahwa pembelajaran yang berpihak pada peserta didik perlu terlihat dalam keputusan mengajar sehari-hari. Pada PPT awal, saya menggambarkan perubahan dari fokus pada penyampaian materi menuju perhatian pada kebutuhan dan pemahaman siswa. Setelah menghubungkan semester 1, semester 2, dan PPL, saya memahami bahwa perubahan ini menuntut cara kerja yang konsisten.</a:t>
            </a:r>
          </a:p>
          <a:p xmlns:a="http://schemas.openxmlformats.org/drawingml/2006/main">
            <a:r>
              <a:t/>
            </a:r>
          </a:p>
          <a:p xmlns:a="http://schemas.openxmlformats.org/drawingml/2006/main">
            <a:r>
              <a:t>Pertama, saya perlu mencari tahu kesiapan siswa sebelum menentukan bantuan. Kedua, teori yang saya pelajari harus tampak dalam rancangan kegiatan, demonstrasi, pendampingan, dan asesmen. Ketiga, pengembangan teknologi perlu berangkat dari tujuan belajar yang jelas dan terus dievaluasi.</a:t>
            </a:r>
          </a:p>
          <a:p xmlns:a="http://schemas.openxmlformats.org/drawingml/2006/main">
            <a:r>
              <a:t/>
            </a:r>
          </a:p>
          <a:p xmlns:a="http://schemas.openxmlformats.org/drawingml/2006/main">
            <a:r>
              <a:t>MetalVerseFery dan buku digital menjadi artefak perkembangan saya dalam menyusun media kejuruan. Namun, refleksi keseluruhan juga mengingatkan saya pada bagian yang perlu dikuatkan, yaitu dokumentasi bukti belajar dan analisis umpan balik. Saya belum mencantumkan angka peningkatan hasil belajar karena tidak tersedia data pendukung dalam bahan yang saya gunakan.</a:t>
            </a:r>
          </a:p>
          <a:p xmlns:a="http://schemas.openxmlformats.org/drawingml/2006/main">
            <a:r>
              <a:t/>
            </a:r>
          </a:p>
          <a:p xmlns:a="http://schemas.openxmlformats.org/drawingml/2006/main">
            <a:r>
              <a:t>Dengan demikian, kekuatan yang ingin saya lanjutkan adalah menghubungkan bidang kejuruan dengan perancangan media. Fokus perbaikannya adalah memastikan setiap keputusan media dan pembelajaran dapat dijelaskan melalui kebutuhan siswa serta bukti yang terkumpul.</a:t>
            </a:r>
          </a:p>
          <a:p xmlns:a="http://schemas.openxmlformats.org/drawingml/2006/main">
            <a:r>
              <a:t/>
            </a:r>
          </a:p>
          <a:p xmlns:a="http://schemas.openxmlformats.org/drawingml/2006/main">
            <a:r>
              <a:t>Transisi: Rumusan ini saya turunkan menjadi rencana tindak lanjut yang dapat saya lakukan pada pembelajaran berikutnya.</a:t>
            </a:r>
          </a:p>
          <a:p xmlns:a="http://schemas.openxmlformats.org/drawingml/2006/main">
            <a:r>
              <a:t/>
            </a:r>
          </a:p>
          <a:p xmlns:a="http://schemas.openxmlformats.org/drawingml/2006/main">
            <a:r>
              <a:t>Perbandingan pada tabel merangkum arah perubahan cara pandang dalam refleksi diri. Tabel ini tidak menyatakan adanya perbandingan hasil kuantitatif sebelum dan sesudah PPG. Perubahan keputusan mengajar perlu saya tunjukkan secara konsisten melalui perangkat, pendampingan, dan bukti belajar.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Rumusan keseluruhan saya menghubungkan dasar pedagogik, pengalaman praktik, dan karya inovasi. Saya memahami bahwa pembelajaran memerlukan keputusan yang peka terhadap kebutuhan siswa dan dapat dijelaskan dengan bukti. Artinya, saya perlu mengetahui alasan memilih suatu strategi dan memiliki cara untuk memeriksa apakah bantuan tersebut sesuai.</a:t>
            </a:r>
          </a:p>
          <a:p xmlns:a="http://schemas.openxmlformats.org/drawingml/2006/main">
            <a:r>
              <a:t/>
            </a:r>
          </a:p>
          <a:p xmlns:a="http://schemas.openxmlformats.org/drawingml/2006/main">
            <a:r>
              <a:t>Kekuatan yang ingin saya lanjutkan adalah kedekatan dengan konteks kejuruan dan kemauan mengembangkan media. MetalVerseFery memberi saya artefak yang dapat diperiksa untuk mendiskusikan rancangan pembelajaran. Bagian yang perlu saya kuatkan adalah dokumentasi respons siswa, analisis proses serta hasil praktik, dan tindak lanjut atas masukan yang diterima.</a:t>
            </a:r>
          </a:p>
          <a:p xmlns:a="http://schemas.openxmlformats.org/drawingml/2006/main">
            <a:r>
              <a:t/>
            </a:r>
          </a:p>
          <a:p xmlns:a="http://schemas.openxmlformats.org/drawingml/2006/main">
            <a:r>
              <a:t>Rumusan ini juga membantu saya membatasi kesimpulan. Saya dapat menunjukkan karya dan alasan pengembangannya, sedangkan manfaat terhadap pemahaman dan keterampilan perlu diuji dengan data yang sesuai. Karena itu, refleksi berikutnya akan lebih kuat jika saya menyimpan asesmen awal, hasil kerja, dan catatan revisi. Hasil refleksi harus tampak dalam tindakan mengajar pada pertemuan selanjutnya.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Tindak lanjut saya dimulai sejak awal pembelajaran. Saya akan menyiapkan asesmen awal singkat untuk mengetahui kesiapan siswa, kemudian menggunakan hasilnya untuk menentukan penjelasan dan bantuan yang diperlukan. Pertanyaan awal perlu berkaitan langsung dengan tujuan dan prasyarat praktik yang akan dilakukan.</a:t>
            </a:r>
          </a:p>
          <a:p xmlns:a="http://schemas.openxmlformats.org/drawingml/2006/main">
            <a:r>
              <a:t/>
            </a:r>
          </a:p>
          <a:p xmlns:a="http://schemas.openxmlformats.org/drawingml/2006/main">
            <a:r>
              <a:t>Selama praktik, saya akan menggunakan lembar pengamatan ringkas untuk mencatat kepatuhan terhadap K3, urutan kerja, dan kesulitan yang muncul. Untuk penggunaan MetalVerseFery, saya akan menyiapkan pertanyaan yang meminta siswa menjelaskan alasan, kemudian menghubungkannya dengan proses di bengkel. Saya juga akan meminta masukan guru pamong tentang kesesuaian materi dan pendampingan.</a:t>
            </a:r>
          </a:p>
          <a:p xmlns:a="http://schemas.openxmlformats.org/drawingml/2006/main">
            <a:r>
              <a:t/>
            </a:r>
          </a:p>
          <a:p xmlns:a="http://schemas.openxmlformats.org/drawingml/2006/main">
            <a:r>
              <a:t>Pada akhir topik, saya akan meninjau jawaban siswa, hasil job sheet, dan catatan praktik. Umpan balik tentang keterbacaan buku digital serta kemudahan penggunaan simulasi akan menjadi dasar revisi. Saya akan mencatat masalah yang ditemukan, perubahan yang saya lakukan, dan bukti pada penggunaan berikutnya agar proses perbaikan dapat ditelusuri.</a:t>
            </a:r>
          </a:p>
          <a:p xmlns:a="http://schemas.openxmlformats.org/drawingml/2006/main">
            <a:r>
              <a:t/>
            </a:r>
          </a:p>
          <a:p xmlns:a="http://schemas.openxmlformats.org/drawingml/2006/main">
            <a:r>
              <a:t>Rencana ini menjadi komitmen saya untuk melanjutkan kebiasaan refleksi setelah PPG. Saya ingin menjadi guru yang memahami kebutuhan siswa, membimbing praktik secara aman, dan terus memperbaiki media berdasarkan bukti belajar. Terima kasih. Wassalamualaikum warahmatullahi wabarakatuh.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f35d2794aa42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21261eb0ef4b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766409a2c446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76d18ce7f84d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afa1ecd8af45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ddf44d7a8e4d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90F260-67E1-4FFC-B86A-522DBA3452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BD78F8-AD96-463D-91E5-09747B63F7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F1D65F-82BD-4434-8C87-890D965B73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9B19F0-10B0-43A2-8C06-626BF64317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F15CCD-D7F1-4058-8382-1BD176C9E0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2F157A-2330-4EDC-95F8-8D9A4878B6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9A737E-8E49-478F-914A-3595F0B5D9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3EACCD-3644-47D0-BC15-6FE1AC07D9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035BFF-B3E7-4E92-80CE-25332BA276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A9ECA5-0445-470E-B723-90FA3A7F74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555b07a9d746ea" /><Relationship Type="http://schemas.openxmlformats.org/officeDocument/2006/relationships/slideLayout" Target="/ppt/slideLayouts/slideLayout1.xml" Id="R6af183b1c07540fa" /><Relationship Type="http://schemas.openxmlformats.org/officeDocument/2006/relationships/slideLayout" Target="/ppt/slideLayouts/slideLayout2.xml" Id="R345f2aa9b03e4590" /><Relationship Type="http://schemas.openxmlformats.org/officeDocument/2006/relationships/slideLayout" Target="/ppt/slideLayouts/slideLayout3.xml" Id="Ree734b68ea614d12" /><Relationship Type="http://schemas.openxmlformats.org/officeDocument/2006/relationships/slideLayout" Target="/ppt/slideLayouts/slideLayout4.xml" Id="Rd7283553d7a54917" /><Relationship Type="http://schemas.openxmlformats.org/officeDocument/2006/relationships/slideLayout" Target="/ppt/slideLayouts/slideLayout5.xml" Id="R0b2f8a5a12e64d02" /><Relationship Type="http://schemas.openxmlformats.org/officeDocument/2006/relationships/slideLayout" Target="/ppt/slideLayouts/slideLayout6.xml" Id="Ra3e471fbce754a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f183b1c07540fa"/>
    <p:sldLayoutId xmlns:r="http://schemas.openxmlformats.org/officeDocument/2006/relationships" id="2147483650" r:id="R345f2aa9b03e4590"/>
    <p:sldLayoutId xmlns:r="http://schemas.openxmlformats.org/officeDocument/2006/relationships" id="2147483651" r:id="Ree734b68ea614d12"/>
    <p:sldLayoutId xmlns:r="http://schemas.openxmlformats.org/officeDocument/2006/relationships" id="2147483652" r:id="Rd7283553d7a54917"/>
    <p:sldLayoutId xmlns:r="http://schemas.openxmlformats.org/officeDocument/2006/relationships" id="2147483653" r:id="R0b2f8a5a12e64d02"/>
    <p:sldLayoutId xmlns:r="http://schemas.openxmlformats.org/officeDocument/2006/relationships" id="2147483654" r:id="Ra3e471fbce754a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bd273b41b84f99" /><Relationship Type="http://schemas.openxmlformats.org/officeDocument/2006/relationships/image" Target="/ppt/media/image.png" Id="Rc47d78eda360481a" /><Relationship Type="http://schemas.openxmlformats.org/officeDocument/2006/relationships/notesSlide" Target="/ppt/notesSlides/notesSlide1.xml" Id="R0c97396b169e44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a68c58f3984211" /><Relationship Type="http://schemas.openxmlformats.org/officeDocument/2006/relationships/notesSlide" Target="/ppt/notesSlides/notesSlide2.xml" Id="Rdff31bf6095b4c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449240e7274b67" /><Relationship Type="http://schemas.openxmlformats.org/officeDocument/2006/relationships/notesSlide" Target="/ppt/notesSlides/notesSlide3.xml" Id="R1c42e7b1674f47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b05475bdbb457d" /><Relationship Type="http://schemas.openxmlformats.org/officeDocument/2006/relationships/notesSlide" Target="/ppt/notesSlides/notesSlide4.xml" Id="Rf2a2bc90fd8e45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fae022434a497d" /><Relationship Type="http://schemas.openxmlformats.org/officeDocument/2006/relationships/notesSlide" Target="/ppt/notesSlides/notesSlide5.xml" Id="Ra34886d23fd643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6bd38f09b84859" /><Relationship Type="http://schemas.openxmlformats.org/officeDocument/2006/relationships/image" Target="/ppt/media/image2.png" Id="R52901c400a3c44ab" /><Relationship Type="http://schemas.openxmlformats.org/officeDocument/2006/relationships/notesSlide" Target="/ppt/notesSlides/notesSlide6.xml" Id="R9ac70b8b4b1e44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914b83f45043e8" /><Relationship Type="http://schemas.openxmlformats.org/officeDocument/2006/relationships/image" Target="/ppt/media/image.jpeg" Id="Ra9ca631f8c3946b4" /><Relationship Type="http://schemas.openxmlformats.org/officeDocument/2006/relationships/notesSlide" Target="/ppt/notesSlides/notesSlide7.xml" Id="R3a5b42638fba4d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89b39b17814faf" /><Relationship Type="http://schemas.openxmlformats.org/officeDocument/2006/relationships/image" Target="/ppt/media/image2.jpeg" Id="Rad3a65e54b5b440c" /><Relationship Type="http://schemas.openxmlformats.org/officeDocument/2006/relationships/notesSlide" Target="/ppt/notesSlides/notesSlide8.xml" Id="R9eb57554d7d649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f1f9ee47684e3d" /><Relationship Type="http://schemas.openxmlformats.org/officeDocument/2006/relationships/notesSlide" Target="/ppt/notesSlides/notesSlide9.xml" Id="Rcf223af2cee143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775dab5cdab4526" /><Relationship Type="http://schemas.openxmlformats.org/officeDocument/2006/relationships/notesSlide" Target="/ppt/notesSlides/notesSlide10.xml" Id="R170c8455b3654b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792d0306e21449d" /><Relationship Type="http://schemas.openxmlformats.org/officeDocument/2006/relationships/notesSlide" Target="/ppt/notesSlides/notesSlide11.xml" Id="R42574c8b4e2742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5c665a819be4488" /><Relationship Type="http://schemas.openxmlformats.org/officeDocument/2006/relationships/notesSlide" Target="/ppt/notesSlides/notesSlide12.xml" Id="R52f6a40836ab416a"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01">
            <a:extLst xmlns:a="http://schemas.openxmlformats.org/drawingml/2006/main">
              <a:ext uri="{FF2B5EF4-FFF2-40B4-BE49-F238E27FC236}">
                <a16:creationId xmlns:a16="http://schemas.microsoft.com/office/drawing/2014/main" id="{90CB1EC9-D03B-4A85-9599-8326FBA41E34}"/>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A5C4D5"/>
                </a:solidFill>
                <a:latin typeface="Calibri"/>
                <a:ea typeface="Calibri"/>
                <a:cs typeface="Calibri"/>
              </a:defRPr>
            </a:defPPr>
            <a:lvl1pPr algn="r">
              <a:defRPr sz="1650" b="0">
                <a:solidFill>
                  <a:srgbClr val="A5C4D5"/>
                </a:solidFill>
                <a:latin typeface="Calibri"/>
                <a:ea typeface="Calibri"/>
                <a:cs typeface="Calibri"/>
              </a:defRPr>
            </a:lvl1pPr>
            <a:lvl2pPr algn="r">
              <a:defRPr sz="1650" b="0">
                <a:solidFill>
                  <a:srgbClr val="A5C4D5"/>
                </a:solidFill>
                <a:latin typeface="Calibri"/>
                <a:ea typeface="Calibri"/>
                <a:cs typeface="Calibri"/>
              </a:defRPr>
            </a:lvl2pPr>
            <a:lvl3pPr algn="r">
              <a:defRPr sz="1650" b="0">
                <a:solidFill>
                  <a:srgbClr val="A5C4D5"/>
                </a:solidFill>
                <a:latin typeface="Calibri"/>
                <a:ea typeface="Calibri"/>
                <a:cs typeface="Calibri"/>
              </a:defRPr>
            </a:lvl3pPr>
            <a:lvl4pPr algn="r">
              <a:defRPr sz="1650" b="0">
                <a:solidFill>
                  <a:srgbClr val="A5C4D5"/>
                </a:solidFill>
                <a:latin typeface="Calibri"/>
                <a:ea typeface="Calibri"/>
                <a:cs typeface="Calibri"/>
              </a:defRPr>
            </a:lvl4pPr>
            <a:lvl5pPr algn="r">
              <a:defRPr sz="1650" b="0">
                <a:solidFill>
                  <a:srgbClr val="A5C4D5"/>
                </a:solidFill>
                <a:latin typeface="Calibri"/>
                <a:ea typeface="Calibri"/>
                <a:cs typeface="Calibri"/>
              </a:defRPr>
            </a:lvl5pPr>
            <a:lvl6pPr algn="r">
              <a:defRPr sz="1650" b="0">
                <a:solidFill>
                  <a:srgbClr val="A5C4D5"/>
                </a:solidFill>
                <a:latin typeface="Calibri"/>
                <a:ea typeface="Calibri"/>
                <a:cs typeface="Calibri"/>
              </a:defRPr>
            </a:lvl6pPr>
            <a:lvl7pPr algn="r">
              <a:defRPr sz="1650" b="0">
                <a:solidFill>
                  <a:srgbClr val="A5C4D5"/>
                </a:solidFill>
                <a:latin typeface="Calibri"/>
                <a:ea typeface="Calibri"/>
                <a:cs typeface="Calibri"/>
              </a:defRPr>
            </a:lvl7pPr>
            <a:lvl8pPr algn="r">
              <a:defRPr sz="1650" b="0">
                <a:solidFill>
                  <a:srgbClr val="A5C4D5"/>
                </a:solidFill>
                <a:latin typeface="Calibri"/>
                <a:ea typeface="Calibri"/>
                <a:cs typeface="Calibri"/>
              </a:defRPr>
            </a:lvl8pPr>
            <a:lvl9pPr algn="r">
              <a:defRPr sz="1650" b="0">
                <a:solidFill>
                  <a:srgbClr val="A5C4D5"/>
                </a:solidFill>
                <a:latin typeface="Calibri"/>
                <a:ea typeface="Calibri"/>
                <a:cs typeface="Calibri"/>
              </a:defRPr>
            </a:lvl9pPr>
          </a:lstStyle>
          <a:p xmlns:a="http://schemas.openxmlformats.org/drawingml/2006/main">
            <a:pPr algn="r">
              <a:defRPr sz="1650" b="0">
                <a:solidFill>
                  <a:srgbClr val="A5C4D5"/>
                </a:solidFill>
                <a:latin typeface="Calibri"/>
                <a:ea typeface="Calibri"/>
                <a:cs typeface="Calibri"/>
              </a:defRPr>
            </a:pPr>
            <a:r>
              <a:rPr sz="1650" b="0">
                <a:solidFill>
                  <a:srgbClr val="A5C4D5"/>
                </a:solidFill>
                <a:latin typeface="Calibri"/>
                <a:ea typeface="Calibri"/>
                <a:cs typeface="Calibri"/>
              </a:rPr>
              <a:t>01</a:t>
            </a:r>
          </a:p>
        </p:txBody>
      </p:sp>
      <p:pic>
        <p:nvPicPr>
          <p:cNvPr id="2" name="">
            <a:extLst xmlns:a="http://schemas.openxmlformats.org/drawingml/2006/main">
              <a:ext uri="{FF2B5EF4-FFF2-40B4-BE49-F238E27FC236}">
                <a16:creationId xmlns:a16="http://schemas.microsoft.com/office/drawing/2014/main" id="{26355BD8-15F2-4ED2-AEAE-256B64BEAD80}"/>
              </a:ext>
            </a:extLst>
          </p:cNvPr>
          <p:cNvPicPr>
            <a:picLocks xmlns:a="http://schemas.openxmlformats.org/drawingml/2006/main" noChangeAspect="1"/>
          </p:cNvPicPr>
          <p:nvPr/>
        </p:nvPicPr>
        <p:blipFill>
          <a:blip xmlns:r="http://schemas.openxmlformats.org/officeDocument/2006/relationships" xmlns:a="http://schemas.openxmlformats.org/drawingml/2006/main" r:embed="Rc47d78eda36048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SEMINAR PENDIDIKAN">
            <a:extLst xmlns:a="http://schemas.openxmlformats.org/drawingml/2006/main">
              <a:ext uri="{FF2B5EF4-FFF2-40B4-BE49-F238E27FC236}">
                <a16:creationId xmlns:a16="http://schemas.microsoft.com/office/drawing/2014/main" id="{B2358CD3-C49B-4A77-A766-A7A9A7D76F65}"/>
              </a:ext>
            </a:extLst>
          </p:cNvPr>
          <p:cNvSpPr>
            <a:spLocks xmlns:a="http://schemas.openxmlformats.org/drawingml/2006/main" noGrp="1"/>
          </p:cNvSpPr>
          <p:nvPr/>
        </p:nvSpPr>
        <p:spPr>
          <a:xfrm xmlns:a="http://schemas.openxmlformats.org/drawingml/2006/main">
            <a:off x="533400" y="533400"/>
            <a:ext cx="638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B343"/>
                </a:solidFill>
                <a:latin typeface="Calibri"/>
                <a:ea typeface="Calibri"/>
                <a:cs typeface="Calibri"/>
              </a:defRPr>
            </a:defPPr>
            <a:lvl1pPr algn="l">
              <a:defRPr sz="2250" b="1">
                <a:solidFill>
                  <a:srgbClr val="F3B343"/>
                </a:solidFill>
                <a:latin typeface="Calibri"/>
                <a:ea typeface="Calibri"/>
                <a:cs typeface="Calibri"/>
              </a:defRPr>
            </a:lvl1pPr>
            <a:lvl2pPr algn="l">
              <a:defRPr sz="2250" b="1">
                <a:solidFill>
                  <a:srgbClr val="F3B343"/>
                </a:solidFill>
                <a:latin typeface="Calibri"/>
                <a:ea typeface="Calibri"/>
                <a:cs typeface="Calibri"/>
              </a:defRPr>
            </a:lvl2pPr>
            <a:lvl3pPr algn="l">
              <a:defRPr sz="2250" b="1">
                <a:solidFill>
                  <a:srgbClr val="F3B343"/>
                </a:solidFill>
                <a:latin typeface="Calibri"/>
                <a:ea typeface="Calibri"/>
                <a:cs typeface="Calibri"/>
              </a:defRPr>
            </a:lvl3pPr>
            <a:lvl4pPr algn="l">
              <a:defRPr sz="2250" b="1">
                <a:solidFill>
                  <a:srgbClr val="F3B343"/>
                </a:solidFill>
                <a:latin typeface="Calibri"/>
                <a:ea typeface="Calibri"/>
                <a:cs typeface="Calibri"/>
              </a:defRPr>
            </a:lvl4pPr>
            <a:lvl5pPr algn="l">
              <a:defRPr sz="2250" b="1">
                <a:solidFill>
                  <a:srgbClr val="F3B343"/>
                </a:solidFill>
                <a:latin typeface="Calibri"/>
                <a:ea typeface="Calibri"/>
                <a:cs typeface="Calibri"/>
              </a:defRPr>
            </a:lvl5pPr>
            <a:lvl6pPr algn="l">
              <a:defRPr sz="2250" b="1">
                <a:solidFill>
                  <a:srgbClr val="F3B343"/>
                </a:solidFill>
                <a:latin typeface="Calibri"/>
                <a:ea typeface="Calibri"/>
                <a:cs typeface="Calibri"/>
              </a:defRPr>
            </a:lvl6pPr>
            <a:lvl7pPr algn="l">
              <a:defRPr sz="2250" b="1">
                <a:solidFill>
                  <a:srgbClr val="F3B343"/>
                </a:solidFill>
                <a:latin typeface="Calibri"/>
                <a:ea typeface="Calibri"/>
                <a:cs typeface="Calibri"/>
              </a:defRPr>
            </a:lvl7pPr>
            <a:lvl8pPr algn="l">
              <a:defRPr sz="2250" b="1">
                <a:solidFill>
                  <a:srgbClr val="F3B343"/>
                </a:solidFill>
                <a:latin typeface="Calibri"/>
                <a:ea typeface="Calibri"/>
                <a:cs typeface="Calibri"/>
              </a:defRPr>
            </a:lvl8pPr>
            <a:lvl9pPr algn="l">
              <a:defRPr sz="2250" b="1">
                <a:solidFill>
                  <a:srgbClr val="F3B343"/>
                </a:solidFill>
                <a:latin typeface="Calibri"/>
                <a:ea typeface="Calibri"/>
                <a:cs typeface="Calibri"/>
              </a:defRPr>
            </a:lvl9pPr>
          </a:lstStyle>
          <a:p xmlns:a="http://schemas.openxmlformats.org/drawingml/2006/main">
            <a:pPr algn="l">
              <a:defRPr sz="2250" b="1">
                <a:solidFill>
                  <a:srgbClr val="F3B343"/>
                </a:solidFill>
                <a:latin typeface="Calibri"/>
                <a:ea typeface="Calibri"/>
                <a:cs typeface="Calibri"/>
              </a:defRPr>
            </a:pPr>
            <a:r>
              <a:rPr sz="2250" b="1">
                <a:solidFill>
                  <a:srgbClr val="F3B343"/>
                </a:solidFill>
                <a:latin typeface="Calibri"/>
                <a:ea typeface="Calibri"/>
                <a:cs typeface="Calibri"/>
              </a:rPr>
              <a:t>SEMINAR PENDIDIKAN</a:t>
            </a:r>
          </a:p>
        </p:txBody>
      </p:sp>
      <p:sp>
        <p:nvSpPr>
          <p:cNvPr id="4" name="Refleksi Pengalaman Belajar Selama PPG">
            <a:extLst xmlns:a="http://schemas.openxmlformats.org/drawingml/2006/main">
              <a:ext uri="{FF2B5EF4-FFF2-40B4-BE49-F238E27FC236}">
                <a16:creationId xmlns:a16="http://schemas.microsoft.com/office/drawing/2014/main" id="{83C360A4-0DD6-4F5E-809C-745BAA132C35}"/>
              </a:ext>
            </a:extLst>
          </p:cNvPr>
          <p:cNvSpPr>
            <a:spLocks xmlns:a="http://schemas.openxmlformats.org/drawingml/2006/main" noGrp="1"/>
          </p:cNvSpPr>
          <p:nvPr/>
        </p:nvSpPr>
        <p:spPr>
          <a:xfrm xmlns:a="http://schemas.openxmlformats.org/drawingml/2006/main">
            <a:off x="533400" y="1381125"/>
            <a:ext cx="6477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FFFFFF"/>
                </a:solidFill>
                <a:latin typeface="Calibri"/>
                <a:ea typeface="Calibri"/>
                <a:cs typeface="Calibri"/>
              </a:defRPr>
            </a:defPPr>
            <a:lvl1pPr algn="l">
              <a:defRPr sz="4575" b="1">
                <a:solidFill>
                  <a:srgbClr val="FFFFFF"/>
                </a:solidFill>
                <a:latin typeface="Calibri"/>
                <a:ea typeface="Calibri"/>
                <a:cs typeface="Calibri"/>
              </a:defRPr>
            </a:lvl1pPr>
            <a:lvl2pPr algn="l">
              <a:defRPr sz="4575" b="1">
                <a:solidFill>
                  <a:srgbClr val="FFFFFF"/>
                </a:solidFill>
                <a:latin typeface="Calibri"/>
                <a:ea typeface="Calibri"/>
                <a:cs typeface="Calibri"/>
              </a:defRPr>
            </a:lvl2pPr>
            <a:lvl3pPr algn="l">
              <a:defRPr sz="4575" b="1">
                <a:solidFill>
                  <a:srgbClr val="FFFFFF"/>
                </a:solidFill>
                <a:latin typeface="Calibri"/>
                <a:ea typeface="Calibri"/>
                <a:cs typeface="Calibri"/>
              </a:defRPr>
            </a:lvl3pPr>
            <a:lvl4pPr algn="l">
              <a:defRPr sz="4575" b="1">
                <a:solidFill>
                  <a:srgbClr val="FFFFFF"/>
                </a:solidFill>
                <a:latin typeface="Calibri"/>
                <a:ea typeface="Calibri"/>
                <a:cs typeface="Calibri"/>
              </a:defRPr>
            </a:lvl4pPr>
            <a:lvl5pPr algn="l">
              <a:defRPr sz="4575" b="1">
                <a:solidFill>
                  <a:srgbClr val="FFFFFF"/>
                </a:solidFill>
                <a:latin typeface="Calibri"/>
                <a:ea typeface="Calibri"/>
                <a:cs typeface="Calibri"/>
              </a:defRPr>
            </a:lvl5pPr>
            <a:lvl6pPr algn="l">
              <a:defRPr sz="4575" b="1">
                <a:solidFill>
                  <a:srgbClr val="FFFFFF"/>
                </a:solidFill>
                <a:latin typeface="Calibri"/>
                <a:ea typeface="Calibri"/>
                <a:cs typeface="Calibri"/>
              </a:defRPr>
            </a:lvl6pPr>
            <a:lvl7pPr algn="l">
              <a:defRPr sz="4575" b="1">
                <a:solidFill>
                  <a:srgbClr val="FFFFFF"/>
                </a:solidFill>
                <a:latin typeface="Calibri"/>
                <a:ea typeface="Calibri"/>
                <a:cs typeface="Calibri"/>
              </a:defRPr>
            </a:lvl7pPr>
            <a:lvl8pPr algn="l">
              <a:defRPr sz="4575" b="1">
                <a:solidFill>
                  <a:srgbClr val="FFFFFF"/>
                </a:solidFill>
                <a:latin typeface="Calibri"/>
                <a:ea typeface="Calibri"/>
                <a:cs typeface="Calibri"/>
              </a:defRPr>
            </a:lvl8pPr>
            <a:lvl9pPr algn="l">
              <a:defRPr sz="4575" b="1">
                <a:solidFill>
                  <a:srgbClr val="FFFFFF"/>
                </a:solidFill>
                <a:latin typeface="Calibri"/>
                <a:ea typeface="Calibri"/>
                <a:cs typeface="Calibri"/>
              </a:defRPr>
            </a:lvl9pPr>
          </a:lstStyle>
          <a:p xmlns:a="http://schemas.openxmlformats.org/drawingml/2006/main">
            <a:pPr algn="l">
              <a:defRPr sz="4575" b="1">
                <a:solidFill>
                  <a:srgbClr val="FFFFFF"/>
                </a:solidFill>
                <a:latin typeface="Calibri"/>
                <a:ea typeface="Calibri"/>
                <a:cs typeface="Calibri"/>
              </a:defRPr>
            </a:pPr>
            <a:r>
              <a:rPr sz="4575" b="1">
                <a:solidFill>
                  <a:srgbClr val="FFFFFF"/>
                </a:solidFill>
                <a:latin typeface="Calibri"/>
                <a:ea typeface="Calibri"/>
                <a:cs typeface="Calibri"/>
              </a:rPr>
              <a:t>Refleksi Pengalaman</a:t>
            </a:r>
          </a:p>
          <a:p xmlns:a="http://schemas.openxmlformats.org/drawingml/2006/main">
            <a:pPr algn="l">
              <a:defRPr sz="4575" b="1">
                <a:solidFill>
                  <a:srgbClr val="FFFFFF"/>
                </a:solidFill>
                <a:latin typeface="Calibri"/>
                <a:ea typeface="Calibri"/>
                <a:cs typeface="Calibri"/>
              </a:defRPr>
            </a:pPr>
            <a:r>
              <a:rPr sz="4575" b="1">
                <a:solidFill>
                  <a:srgbClr val="FFFFFF"/>
                </a:solidFill>
                <a:latin typeface="Calibri"/>
                <a:ea typeface="Calibri"/>
                <a:cs typeface="Calibri"/>
              </a:rPr>
              <a:t>Belajar Selama PPG</a:t>
            </a:r>
          </a:p>
        </p:txBody>
      </p:sp>
      <p:sp>
        <p:nvSpPr>
          <p:cNvPr id="5" name="Semester 1 dan 2">
            <a:extLst xmlns:a="http://schemas.openxmlformats.org/drawingml/2006/main">
              <a:ext uri="{FF2B5EF4-FFF2-40B4-BE49-F238E27FC236}">
                <a16:creationId xmlns:a16="http://schemas.microsoft.com/office/drawing/2014/main" id="{2A9399D0-BBED-42F1-90B4-22299815BB4C}"/>
              </a:ext>
            </a:extLst>
          </p:cNvPr>
          <p:cNvSpPr>
            <a:spLocks xmlns:a="http://schemas.openxmlformats.org/drawingml/2006/main" noGrp="1"/>
          </p:cNvSpPr>
          <p:nvPr/>
        </p:nvSpPr>
        <p:spPr>
          <a:xfrm xmlns:a="http://schemas.openxmlformats.org/drawingml/2006/main">
            <a:off x="533400" y="3209925"/>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ED5D6"/>
                </a:solidFill>
                <a:latin typeface="Calibri"/>
                <a:ea typeface="Calibri"/>
                <a:cs typeface="Calibri"/>
              </a:defRPr>
            </a:defPPr>
            <a:lvl1pPr algn="l">
              <a:defRPr sz="2925" b="1">
                <a:solidFill>
                  <a:srgbClr val="8ED5D6"/>
                </a:solidFill>
                <a:latin typeface="Calibri"/>
                <a:ea typeface="Calibri"/>
                <a:cs typeface="Calibri"/>
              </a:defRPr>
            </a:lvl1pPr>
            <a:lvl2pPr algn="l">
              <a:defRPr sz="2925" b="1">
                <a:solidFill>
                  <a:srgbClr val="8ED5D6"/>
                </a:solidFill>
                <a:latin typeface="Calibri"/>
                <a:ea typeface="Calibri"/>
                <a:cs typeface="Calibri"/>
              </a:defRPr>
            </a:lvl2pPr>
            <a:lvl3pPr algn="l">
              <a:defRPr sz="2925" b="1">
                <a:solidFill>
                  <a:srgbClr val="8ED5D6"/>
                </a:solidFill>
                <a:latin typeface="Calibri"/>
                <a:ea typeface="Calibri"/>
                <a:cs typeface="Calibri"/>
              </a:defRPr>
            </a:lvl3pPr>
            <a:lvl4pPr algn="l">
              <a:defRPr sz="2925" b="1">
                <a:solidFill>
                  <a:srgbClr val="8ED5D6"/>
                </a:solidFill>
                <a:latin typeface="Calibri"/>
                <a:ea typeface="Calibri"/>
                <a:cs typeface="Calibri"/>
              </a:defRPr>
            </a:lvl4pPr>
            <a:lvl5pPr algn="l">
              <a:defRPr sz="2925" b="1">
                <a:solidFill>
                  <a:srgbClr val="8ED5D6"/>
                </a:solidFill>
                <a:latin typeface="Calibri"/>
                <a:ea typeface="Calibri"/>
                <a:cs typeface="Calibri"/>
              </a:defRPr>
            </a:lvl5pPr>
            <a:lvl6pPr algn="l">
              <a:defRPr sz="2925" b="1">
                <a:solidFill>
                  <a:srgbClr val="8ED5D6"/>
                </a:solidFill>
                <a:latin typeface="Calibri"/>
                <a:ea typeface="Calibri"/>
                <a:cs typeface="Calibri"/>
              </a:defRPr>
            </a:lvl6pPr>
            <a:lvl7pPr algn="l">
              <a:defRPr sz="2925" b="1">
                <a:solidFill>
                  <a:srgbClr val="8ED5D6"/>
                </a:solidFill>
                <a:latin typeface="Calibri"/>
                <a:ea typeface="Calibri"/>
                <a:cs typeface="Calibri"/>
              </a:defRPr>
            </a:lvl7pPr>
            <a:lvl8pPr algn="l">
              <a:defRPr sz="2925" b="1">
                <a:solidFill>
                  <a:srgbClr val="8ED5D6"/>
                </a:solidFill>
                <a:latin typeface="Calibri"/>
                <a:ea typeface="Calibri"/>
                <a:cs typeface="Calibri"/>
              </a:defRPr>
            </a:lvl8pPr>
            <a:lvl9pPr algn="l">
              <a:defRPr sz="2925" b="1">
                <a:solidFill>
                  <a:srgbClr val="8ED5D6"/>
                </a:solidFill>
                <a:latin typeface="Calibri"/>
                <a:ea typeface="Calibri"/>
                <a:cs typeface="Calibri"/>
              </a:defRPr>
            </a:lvl9pPr>
          </a:lstStyle>
          <a:p xmlns:a="http://schemas.openxmlformats.org/drawingml/2006/main">
            <a:pPr algn="l">
              <a:defRPr sz="2925" b="1">
                <a:solidFill>
                  <a:srgbClr val="8ED5D6"/>
                </a:solidFill>
                <a:latin typeface="Calibri"/>
                <a:ea typeface="Calibri"/>
                <a:cs typeface="Calibri"/>
              </a:defRPr>
            </a:pPr>
            <a:r>
              <a:rPr sz="2925" b="1">
                <a:solidFill>
                  <a:srgbClr val="8ED5D6"/>
                </a:solidFill>
                <a:latin typeface="Calibri"/>
                <a:ea typeface="Calibri"/>
                <a:cs typeface="Calibri"/>
              </a:rPr>
              <a:t>Semester 1 dan 2</a:t>
            </a:r>
          </a:p>
        </p:txBody>
      </p:sp>
      <p:sp>
        <p:nvSpPr>
          <p:cNvPr id="6" name="Memahami murid, membimbing praktik, dan mengembangkan MetalVerseFery.">
            <a:extLst xmlns:a="http://schemas.openxmlformats.org/drawingml/2006/main">
              <a:ext uri="{FF2B5EF4-FFF2-40B4-BE49-F238E27FC236}">
                <a16:creationId xmlns:a16="http://schemas.microsoft.com/office/drawing/2014/main" id="{9070619F-EC97-4445-BCF3-6DCA74AAAC3C}"/>
              </a:ext>
            </a:extLst>
          </p:cNvPr>
          <p:cNvSpPr>
            <a:spLocks xmlns:a="http://schemas.openxmlformats.org/drawingml/2006/main" noGrp="1"/>
          </p:cNvSpPr>
          <p:nvPr/>
        </p:nvSpPr>
        <p:spPr>
          <a:xfrm xmlns:a="http://schemas.openxmlformats.org/drawingml/2006/main">
            <a:off x="533400" y="40290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Calibri"/>
                <a:ea typeface="Calibri"/>
                <a:cs typeface="Calibri"/>
              </a:defRPr>
            </a:defPPr>
            <a:lvl1pPr algn="l">
              <a:defRPr sz="2400" b="0">
                <a:solidFill>
                  <a:srgbClr val="FFFFFF"/>
                </a:solidFill>
                <a:latin typeface="Calibri"/>
                <a:ea typeface="Calibri"/>
                <a:cs typeface="Calibri"/>
              </a:defRPr>
            </a:lvl1pPr>
            <a:lvl2pPr algn="l">
              <a:defRPr sz="2400" b="0">
                <a:solidFill>
                  <a:srgbClr val="FFFFFF"/>
                </a:solidFill>
                <a:latin typeface="Calibri"/>
                <a:ea typeface="Calibri"/>
                <a:cs typeface="Calibri"/>
              </a:defRPr>
            </a:lvl2pPr>
            <a:lvl3pPr algn="l">
              <a:defRPr sz="2400" b="0">
                <a:solidFill>
                  <a:srgbClr val="FFFFFF"/>
                </a:solidFill>
                <a:latin typeface="Calibri"/>
                <a:ea typeface="Calibri"/>
                <a:cs typeface="Calibri"/>
              </a:defRPr>
            </a:lvl3pPr>
            <a:lvl4pPr algn="l">
              <a:defRPr sz="2400" b="0">
                <a:solidFill>
                  <a:srgbClr val="FFFFFF"/>
                </a:solidFill>
                <a:latin typeface="Calibri"/>
                <a:ea typeface="Calibri"/>
                <a:cs typeface="Calibri"/>
              </a:defRPr>
            </a:lvl4pPr>
            <a:lvl5pPr algn="l">
              <a:defRPr sz="2400" b="0">
                <a:solidFill>
                  <a:srgbClr val="FFFFFF"/>
                </a:solidFill>
                <a:latin typeface="Calibri"/>
                <a:ea typeface="Calibri"/>
                <a:cs typeface="Calibri"/>
              </a:defRPr>
            </a:lvl5pPr>
            <a:lvl6pPr algn="l">
              <a:defRPr sz="2400" b="0">
                <a:solidFill>
                  <a:srgbClr val="FFFFFF"/>
                </a:solidFill>
                <a:latin typeface="Calibri"/>
                <a:ea typeface="Calibri"/>
                <a:cs typeface="Calibri"/>
              </a:defRPr>
            </a:lvl6pPr>
            <a:lvl7pPr algn="l">
              <a:defRPr sz="2400" b="0">
                <a:solidFill>
                  <a:srgbClr val="FFFFFF"/>
                </a:solidFill>
                <a:latin typeface="Calibri"/>
                <a:ea typeface="Calibri"/>
                <a:cs typeface="Calibri"/>
              </a:defRPr>
            </a:lvl7pPr>
            <a:lvl8pPr algn="l">
              <a:defRPr sz="2400" b="0">
                <a:solidFill>
                  <a:srgbClr val="FFFFFF"/>
                </a:solidFill>
                <a:latin typeface="Calibri"/>
                <a:ea typeface="Calibri"/>
                <a:cs typeface="Calibri"/>
              </a:defRPr>
            </a:lvl8pPr>
            <a:lvl9pPr algn="l">
              <a:defRPr sz="2400" b="0">
                <a:solidFill>
                  <a:srgbClr val="FFFFFF"/>
                </a:solidFill>
                <a:latin typeface="Calibri"/>
                <a:ea typeface="Calibri"/>
                <a:cs typeface="Calibri"/>
              </a:defRPr>
            </a:lvl9pPr>
          </a:lstStyle>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Memahami murid, membimbing praktik,</a:t>
            </a:r>
          </a:p>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dan mengembangkan MetalVerseFery.</a:t>
            </a:r>
          </a:p>
        </p:txBody>
      </p:sp>
      <p:sp>
        <p:nvSpPr>
          <p:cNvPr id="7" name="Fery Nur Indahsari">
            <a:extLst xmlns:a="http://schemas.openxmlformats.org/drawingml/2006/main">
              <a:ext uri="{FF2B5EF4-FFF2-40B4-BE49-F238E27FC236}">
                <a16:creationId xmlns:a16="http://schemas.microsoft.com/office/drawing/2014/main" id="{0FE88F48-5035-4222-8DFA-8A4EF5EDC67E}"/>
              </a:ext>
            </a:extLst>
          </p:cNvPr>
          <p:cNvSpPr>
            <a:spLocks xmlns:a="http://schemas.openxmlformats.org/drawingml/2006/main" noGrp="1"/>
          </p:cNvSpPr>
          <p:nvPr/>
        </p:nvSpPr>
        <p:spPr>
          <a:xfrm xmlns:a="http://schemas.openxmlformats.org/drawingml/2006/main">
            <a:off x="533400" y="5410200"/>
            <a:ext cx="619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Calibri"/>
                <a:ea typeface="Calibri"/>
                <a:cs typeface="Calibri"/>
              </a:defRPr>
            </a:defPPr>
            <a:lvl1pPr algn="l">
              <a:defRPr sz="3225" b="1">
                <a:solidFill>
                  <a:srgbClr val="FFFFFF"/>
                </a:solidFill>
                <a:latin typeface="Calibri"/>
                <a:ea typeface="Calibri"/>
                <a:cs typeface="Calibri"/>
              </a:defRPr>
            </a:lvl1pPr>
            <a:lvl2pPr algn="l">
              <a:defRPr sz="3225" b="1">
                <a:solidFill>
                  <a:srgbClr val="FFFFFF"/>
                </a:solidFill>
                <a:latin typeface="Calibri"/>
                <a:ea typeface="Calibri"/>
                <a:cs typeface="Calibri"/>
              </a:defRPr>
            </a:lvl2pPr>
            <a:lvl3pPr algn="l">
              <a:defRPr sz="3225" b="1">
                <a:solidFill>
                  <a:srgbClr val="FFFFFF"/>
                </a:solidFill>
                <a:latin typeface="Calibri"/>
                <a:ea typeface="Calibri"/>
                <a:cs typeface="Calibri"/>
              </a:defRPr>
            </a:lvl3pPr>
            <a:lvl4pPr algn="l">
              <a:defRPr sz="3225" b="1">
                <a:solidFill>
                  <a:srgbClr val="FFFFFF"/>
                </a:solidFill>
                <a:latin typeface="Calibri"/>
                <a:ea typeface="Calibri"/>
                <a:cs typeface="Calibri"/>
              </a:defRPr>
            </a:lvl4pPr>
            <a:lvl5pPr algn="l">
              <a:defRPr sz="3225" b="1">
                <a:solidFill>
                  <a:srgbClr val="FFFFFF"/>
                </a:solidFill>
                <a:latin typeface="Calibri"/>
                <a:ea typeface="Calibri"/>
                <a:cs typeface="Calibri"/>
              </a:defRPr>
            </a:lvl5pPr>
            <a:lvl6pPr algn="l">
              <a:defRPr sz="3225" b="1">
                <a:solidFill>
                  <a:srgbClr val="FFFFFF"/>
                </a:solidFill>
                <a:latin typeface="Calibri"/>
                <a:ea typeface="Calibri"/>
                <a:cs typeface="Calibri"/>
              </a:defRPr>
            </a:lvl6pPr>
            <a:lvl7pPr algn="l">
              <a:defRPr sz="3225" b="1">
                <a:solidFill>
                  <a:srgbClr val="FFFFFF"/>
                </a:solidFill>
                <a:latin typeface="Calibri"/>
                <a:ea typeface="Calibri"/>
                <a:cs typeface="Calibri"/>
              </a:defRPr>
            </a:lvl7pPr>
            <a:lvl8pPr algn="l">
              <a:defRPr sz="3225" b="1">
                <a:solidFill>
                  <a:srgbClr val="FFFFFF"/>
                </a:solidFill>
                <a:latin typeface="Calibri"/>
                <a:ea typeface="Calibri"/>
                <a:cs typeface="Calibri"/>
              </a:defRPr>
            </a:lvl8pPr>
            <a:lvl9pPr algn="l">
              <a:defRPr sz="3225" b="1">
                <a:solidFill>
                  <a:srgbClr val="FFFFFF"/>
                </a:solidFill>
                <a:latin typeface="Calibri"/>
                <a:ea typeface="Calibri"/>
                <a:cs typeface="Calibri"/>
              </a:defRPr>
            </a:lvl9pPr>
          </a:lstStyle>
          <a:p xmlns:a="http://schemas.openxmlformats.org/drawingml/2006/main">
            <a:pPr algn="l">
              <a:defRPr sz="3225" b="1">
                <a:solidFill>
                  <a:srgbClr val="FFFFFF"/>
                </a:solidFill>
                <a:latin typeface="Calibri"/>
                <a:ea typeface="Calibri"/>
                <a:cs typeface="Calibri"/>
              </a:defRPr>
            </a:pPr>
            <a:r>
              <a:rPr sz="3225" b="1">
                <a:solidFill>
                  <a:srgbClr val="FFFFFF"/>
                </a:solidFill>
                <a:latin typeface="Calibri"/>
                <a:ea typeface="Calibri"/>
                <a:cs typeface="Calibri"/>
              </a:rPr>
              <a:t>Fery Nur Indahsari</a:t>
            </a:r>
          </a:p>
        </p:txBody>
      </p:sp>
      <p:sp>
        <p:nvSpPr>
          <p:cNvPr id="8" name="NIM 20250843953">
            <a:extLst xmlns:a="http://schemas.openxmlformats.org/drawingml/2006/main">
              <a:ext uri="{FF2B5EF4-FFF2-40B4-BE49-F238E27FC236}">
                <a16:creationId xmlns:a16="http://schemas.microsoft.com/office/drawing/2014/main" id="{940F9DC9-0EAD-494A-A02D-7A298B520F94}"/>
              </a:ext>
            </a:extLst>
          </p:cNvPr>
          <p:cNvSpPr>
            <a:spLocks xmlns:a="http://schemas.openxmlformats.org/drawingml/2006/main" noGrp="1"/>
          </p:cNvSpPr>
          <p:nvPr/>
        </p:nvSpPr>
        <p:spPr>
          <a:xfrm xmlns:a="http://schemas.openxmlformats.org/drawingml/2006/main">
            <a:off x="533400" y="5953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Calibri"/>
                <a:ea typeface="Calibri"/>
                <a:cs typeface="Calibri"/>
              </a:defRPr>
            </a:defPPr>
            <a:lvl1pPr algn="l">
              <a:defRPr sz="2325" b="0">
                <a:solidFill>
                  <a:srgbClr val="FFFFFF"/>
                </a:solidFill>
                <a:latin typeface="Calibri"/>
                <a:ea typeface="Calibri"/>
                <a:cs typeface="Calibri"/>
              </a:defRPr>
            </a:lvl1pPr>
            <a:lvl2pPr algn="l">
              <a:defRPr sz="2325" b="0">
                <a:solidFill>
                  <a:srgbClr val="FFFFFF"/>
                </a:solidFill>
                <a:latin typeface="Calibri"/>
                <a:ea typeface="Calibri"/>
                <a:cs typeface="Calibri"/>
              </a:defRPr>
            </a:lvl2pPr>
            <a:lvl3pPr algn="l">
              <a:defRPr sz="2325" b="0">
                <a:solidFill>
                  <a:srgbClr val="FFFFFF"/>
                </a:solidFill>
                <a:latin typeface="Calibri"/>
                <a:ea typeface="Calibri"/>
                <a:cs typeface="Calibri"/>
              </a:defRPr>
            </a:lvl3pPr>
            <a:lvl4pPr algn="l">
              <a:defRPr sz="2325" b="0">
                <a:solidFill>
                  <a:srgbClr val="FFFFFF"/>
                </a:solidFill>
                <a:latin typeface="Calibri"/>
                <a:ea typeface="Calibri"/>
                <a:cs typeface="Calibri"/>
              </a:defRPr>
            </a:lvl4pPr>
            <a:lvl5pPr algn="l">
              <a:defRPr sz="2325" b="0">
                <a:solidFill>
                  <a:srgbClr val="FFFFFF"/>
                </a:solidFill>
                <a:latin typeface="Calibri"/>
                <a:ea typeface="Calibri"/>
                <a:cs typeface="Calibri"/>
              </a:defRPr>
            </a:lvl5pPr>
            <a:lvl6pPr algn="l">
              <a:defRPr sz="2325" b="0">
                <a:solidFill>
                  <a:srgbClr val="FFFFFF"/>
                </a:solidFill>
                <a:latin typeface="Calibri"/>
                <a:ea typeface="Calibri"/>
                <a:cs typeface="Calibri"/>
              </a:defRPr>
            </a:lvl6pPr>
            <a:lvl7pPr algn="l">
              <a:defRPr sz="2325" b="0">
                <a:solidFill>
                  <a:srgbClr val="FFFFFF"/>
                </a:solidFill>
                <a:latin typeface="Calibri"/>
                <a:ea typeface="Calibri"/>
                <a:cs typeface="Calibri"/>
              </a:defRPr>
            </a:lvl7pPr>
            <a:lvl8pPr algn="l">
              <a:defRPr sz="2325" b="0">
                <a:solidFill>
                  <a:srgbClr val="FFFFFF"/>
                </a:solidFill>
                <a:latin typeface="Calibri"/>
                <a:ea typeface="Calibri"/>
                <a:cs typeface="Calibri"/>
              </a:defRPr>
            </a:lvl8pPr>
            <a:lvl9pPr algn="l">
              <a:defRPr sz="2325" b="0">
                <a:solidFill>
                  <a:srgbClr val="FFFFFF"/>
                </a:solidFill>
                <a:latin typeface="Calibri"/>
                <a:ea typeface="Calibri"/>
                <a:cs typeface="Calibri"/>
              </a:defRPr>
            </a:lvl9pPr>
          </a:lstStyle>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NIM 20250843953</a:t>
            </a:r>
          </a:p>
        </p:txBody>
      </p:sp>
      <p:sp>
        <p:nvSpPr>
          <p:cNvPr id="9" name="PPG Teknik Mesin, Universitas Sarjanawiyata Tamansiswa">
            <a:extLst xmlns:a="http://schemas.openxmlformats.org/drawingml/2006/main">
              <a:ext uri="{FF2B5EF4-FFF2-40B4-BE49-F238E27FC236}">
                <a16:creationId xmlns:a16="http://schemas.microsoft.com/office/drawing/2014/main" id="{5402E642-D543-4249-B2E8-09109790CFF7}"/>
              </a:ext>
            </a:extLst>
          </p:cNvPr>
          <p:cNvSpPr>
            <a:spLocks xmlns:a="http://schemas.openxmlformats.org/drawingml/2006/main" noGrp="1"/>
          </p:cNvSpPr>
          <p:nvPr/>
        </p:nvSpPr>
        <p:spPr>
          <a:xfrm xmlns:a="http://schemas.openxmlformats.org/drawingml/2006/main">
            <a:off x="533400" y="647700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D5E2"/>
                </a:solidFill>
                <a:latin typeface="Calibri"/>
                <a:ea typeface="Calibri"/>
                <a:cs typeface="Calibri"/>
              </a:defRPr>
            </a:defPPr>
            <a:lvl1pPr algn="l">
              <a:defRPr sz="1800" b="0">
                <a:solidFill>
                  <a:srgbClr val="BDD5E2"/>
                </a:solidFill>
                <a:latin typeface="Calibri"/>
                <a:ea typeface="Calibri"/>
                <a:cs typeface="Calibri"/>
              </a:defRPr>
            </a:lvl1pPr>
            <a:lvl2pPr algn="l">
              <a:defRPr sz="1800" b="0">
                <a:solidFill>
                  <a:srgbClr val="BDD5E2"/>
                </a:solidFill>
                <a:latin typeface="Calibri"/>
                <a:ea typeface="Calibri"/>
                <a:cs typeface="Calibri"/>
              </a:defRPr>
            </a:lvl2pPr>
            <a:lvl3pPr algn="l">
              <a:defRPr sz="1800" b="0">
                <a:solidFill>
                  <a:srgbClr val="BDD5E2"/>
                </a:solidFill>
                <a:latin typeface="Calibri"/>
                <a:ea typeface="Calibri"/>
                <a:cs typeface="Calibri"/>
              </a:defRPr>
            </a:lvl3pPr>
            <a:lvl4pPr algn="l">
              <a:defRPr sz="1800" b="0">
                <a:solidFill>
                  <a:srgbClr val="BDD5E2"/>
                </a:solidFill>
                <a:latin typeface="Calibri"/>
                <a:ea typeface="Calibri"/>
                <a:cs typeface="Calibri"/>
              </a:defRPr>
            </a:lvl4pPr>
            <a:lvl5pPr algn="l">
              <a:defRPr sz="1800" b="0">
                <a:solidFill>
                  <a:srgbClr val="BDD5E2"/>
                </a:solidFill>
                <a:latin typeface="Calibri"/>
                <a:ea typeface="Calibri"/>
                <a:cs typeface="Calibri"/>
              </a:defRPr>
            </a:lvl5pPr>
            <a:lvl6pPr algn="l">
              <a:defRPr sz="1800" b="0">
                <a:solidFill>
                  <a:srgbClr val="BDD5E2"/>
                </a:solidFill>
                <a:latin typeface="Calibri"/>
                <a:ea typeface="Calibri"/>
                <a:cs typeface="Calibri"/>
              </a:defRPr>
            </a:lvl6pPr>
            <a:lvl7pPr algn="l">
              <a:defRPr sz="1800" b="0">
                <a:solidFill>
                  <a:srgbClr val="BDD5E2"/>
                </a:solidFill>
                <a:latin typeface="Calibri"/>
                <a:ea typeface="Calibri"/>
                <a:cs typeface="Calibri"/>
              </a:defRPr>
            </a:lvl7pPr>
            <a:lvl8pPr algn="l">
              <a:defRPr sz="1800" b="0">
                <a:solidFill>
                  <a:srgbClr val="BDD5E2"/>
                </a:solidFill>
                <a:latin typeface="Calibri"/>
                <a:ea typeface="Calibri"/>
                <a:cs typeface="Calibri"/>
              </a:defRPr>
            </a:lvl8pPr>
            <a:lvl9pPr algn="l">
              <a:defRPr sz="1800" b="0">
                <a:solidFill>
                  <a:srgbClr val="BDD5E2"/>
                </a:solidFill>
                <a:latin typeface="Calibri"/>
                <a:ea typeface="Calibri"/>
                <a:cs typeface="Calibri"/>
              </a:defRPr>
            </a:lvl9pPr>
          </a:lstStyle>
          <a:p xmlns:a="http://schemas.openxmlformats.org/drawingml/2006/main">
            <a:pPr algn="l">
              <a:defRPr sz="1800" b="0">
                <a:solidFill>
                  <a:srgbClr val="BDD5E2"/>
                </a:solidFill>
                <a:latin typeface="Calibri"/>
                <a:ea typeface="Calibri"/>
                <a:cs typeface="Calibri"/>
              </a:defRPr>
            </a:pPr>
            <a:r>
              <a:rPr sz="1800" b="0">
                <a:solidFill>
                  <a:srgbClr val="BDD5E2"/>
                </a:solidFill>
                <a:latin typeface="Calibri"/>
                <a:ea typeface="Calibri"/>
                <a:cs typeface="Calibri"/>
              </a:rPr>
              <a:t>PPG Teknik Mesin, Universitas Sarjanawiyata Tamansiswa</a:t>
            </a:r>
          </a:p>
        </p:txBody>
      </p:sp>
    </p:spTree>
    <p:extLst>
      <p:ext uri="{BB962C8B-B14F-4D97-AF65-F5344CB8AC3E}">
        <p14:creationId xmlns:p14="http://schemas.microsoft.com/office/powerpoint/2010/main" val="1507161561"/>
      </p:ext>
    </p:extLst>
  </p:cSld>
</p:sld>
</file>

<file path=ppt/slides/slide2.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15" name="Dua semester membentuk cara saya mengambil keputusan">
            <a:extLst xmlns:a="http://schemas.openxmlformats.org/drawingml/2006/main">
              <a:ext uri="{FF2B5EF4-FFF2-40B4-BE49-F238E27FC236}">
                <a16:creationId xmlns:a16="http://schemas.microsoft.com/office/drawing/2014/main" id="{8D6A5802-4BB8-441A-AAC3-5FFF8E6144E1}"/>
              </a:ext>
            </a:extLst>
          </p:cNvPr>
          <p:cNvSpPr>
            <a:spLocks xmlns:a="http://schemas.openxmlformats.org/drawingml/2006/main" noGrp="1"/>
          </p:cNvSpPr>
          <p:nvPr/>
        </p:nvSpPr>
        <p:spPr>
          <a:xfrm xmlns:a="http://schemas.openxmlformats.org/drawingml/2006/main">
            <a:off x="533400" y="438150"/>
            <a:ext cx="111252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02A43"/>
                </a:solidFill>
                <a:latin typeface="Calibri"/>
                <a:ea typeface="Calibri"/>
                <a:cs typeface="Calibri"/>
              </a:defRPr>
            </a:defPPr>
            <a:lvl1pPr algn="l">
              <a:defRPr sz="4050" b="1">
                <a:solidFill>
                  <a:srgbClr val="102A43"/>
                </a:solidFill>
                <a:latin typeface="Calibri"/>
                <a:ea typeface="Calibri"/>
                <a:cs typeface="Calibri"/>
              </a:defRPr>
            </a:lvl1pPr>
            <a:lvl2pPr algn="l">
              <a:defRPr sz="4050" b="1">
                <a:solidFill>
                  <a:srgbClr val="102A43"/>
                </a:solidFill>
                <a:latin typeface="Calibri"/>
                <a:ea typeface="Calibri"/>
                <a:cs typeface="Calibri"/>
              </a:defRPr>
            </a:lvl2pPr>
            <a:lvl3pPr algn="l">
              <a:defRPr sz="4050" b="1">
                <a:solidFill>
                  <a:srgbClr val="102A43"/>
                </a:solidFill>
                <a:latin typeface="Calibri"/>
                <a:ea typeface="Calibri"/>
                <a:cs typeface="Calibri"/>
              </a:defRPr>
            </a:lvl3pPr>
            <a:lvl4pPr algn="l">
              <a:defRPr sz="4050" b="1">
                <a:solidFill>
                  <a:srgbClr val="102A43"/>
                </a:solidFill>
                <a:latin typeface="Calibri"/>
                <a:ea typeface="Calibri"/>
                <a:cs typeface="Calibri"/>
              </a:defRPr>
            </a:lvl4pPr>
            <a:lvl5pPr algn="l">
              <a:defRPr sz="4050" b="1">
                <a:solidFill>
                  <a:srgbClr val="102A43"/>
                </a:solidFill>
                <a:latin typeface="Calibri"/>
                <a:ea typeface="Calibri"/>
                <a:cs typeface="Calibri"/>
              </a:defRPr>
            </a:lvl5pPr>
            <a:lvl6pPr algn="l">
              <a:defRPr sz="4050" b="1">
                <a:solidFill>
                  <a:srgbClr val="102A43"/>
                </a:solidFill>
                <a:latin typeface="Calibri"/>
                <a:ea typeface="Calibri"/>
                <a:cs typeface="Calibri"/>
              </a:defRPr>
            </a:lvl6pPr>
            <a:lvl7pPr algn="l">
              <a:defRPr sz="4050" b="1">
                <a:solidFill>
                  <a:srgbClr val="102A43"/>
                </a:solidFill>
                <a:latin typeface="Calibri"/>
                <a:ea typeface="Calibri"/>
                <a:cs typeface="Calibri"/>
              </a:defRPr>
            </a:lvl7pPr>
            <a:lvl8pPr algn="l">
              <a:defRPr sz="4050" b="1">
                <a:solidFill>
                  <a:srgbClr val="102A43"/>
                </a:solidFill>
                <a:latin typeface="Calibri"/>
                <a:ea typeface="Calibri"/>
                <a:cs typeface="Calibri"/>
              </a:defRPr>
            </a:lvl8pPr>
            <a:lvl9pPr algn="l">
              <a:defRPr sz="4050" b="1">
                <a:solidFill>
                  <a:srgbClr val="102A43"/>
                </a:solidFill>
                <a:latin typeface="Calibri"/>
                <a:ea typeface="Calibri"/>
                <a:cs typeface="Calibri"/>
              </a:defRPr>
            </a:lvl9pPr>
          </a:lstStyle>
          <a:p xmlns:a="http://schemas.openxmlformats.org/drawingml/2006/main">
            <a:pPr algn="l">
              <a:defRPr sz="4050" b="1">
                <a:solidFill>
                  <a:srgbClr val="102A43"/>
                </a:solidFill>
                <a:latin typeface="Calibri"/>
                <a:ea typeface="Calibri"/>
                <a:cs typeface="Calibri"/>
              </a:defRPr>
            </a:pPr>
            <a:r>
              <a:rPr sz="4050" b="1">
                <a:solidFill>
                  <a:srgbClr val="102A43"/>
                </a:solidFill>
                <a:latin typeface="Calibri"/>
                <a:ea typeface="Calibri"/>
                <a:cs typeface="Calibri"/>
              </a:rPr>
              <a:t>Dua semester membentuk</a:t>
            </a:r>
          </a:p>
          <a:p xmlns:a="http://schemas.openxmlformats.org/drawingml/2006/main">
            <a:pPr algn="l">
              <a:defRPr sz="4050" b="1">
                <a:solidFill>
                  <a:srgbClr val="102A43"/>
                </a:solidFill>
                <a:latin typeface="Calibri"/>
                <a:ea typeface="Calibri"/>
                <a:cs typeface="Calibri"/>
              </a:defRPr>
            </a:pPr>
            <a:r>
              <a:rPr sz="4050" b="1">
                <a:solidFill>
                  <a:srgbClr val="102A43"/>
                </a:solidFill>
                <a:latin typeface="Calibri"/>
                <a:ea typeface="Calibri"/>
                <a:cs typeface="Calibri"/>
              </a:rPr>
              <a:t>cara saya mengambil keputusan</a:t>
            </a:r>
          </a:p>
        </p:txBody>
      </p:sp>
      <p:sp>
        <p:nvSpPr>
          <p:cNvPr id="2" name="02">
            <a:extLst xmlns:a="http://schemas.openxmlformats.org/drawingml/2006/main">
              <a:ext uri="{FF2B5EF4-FFF2-40B4-BE49-F238E27FC236}">
                <a16:creationId xmlns:a16="http://schemas.microsoft.com/office/drawing/2014/main" id="{25EB9515-4776-452A-8D59-EB811648CC45}"/>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02</a:t>
            </a:r>
          </a:p>
        </p:txBody>
      </p:sp>
      <p:sp>
        <p:nvSpPr>
          <p:cNvPr id="3" name="01">
            <a:extLst xmlns:a="http://schemas.openxmlformats.org/drawingml/2006/main">
              <a:ext uri="{FF2B5EF4-FFF2-40B4-BE49-F238E27FC236}">
                <a16:creationId xmlns:a16="http://schemas.microsoft.com/office/drawing/2014/main" id="{BF1DF22F-CEE2-4C4F-8BA2-617891085639}"/>
              </a:ext>
            </a:extLst>
          </p:cNvPr>
          <p:cNvSpPr>
            <a:spLocks xmlns:a="http://schemas.openxmlformats.org/drawingml/2006/main" noGrp="1"/>
          </p:cNvSpPr>
          <p:nvPr/>
        </p:nvSpPr>
        <p:spPr>
          <a:xfrm xmlns:a="http://schemas.openxmlformats.org/drawingml/2006/main">
            <a:off x="533400" y="223837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7E8B"/>
                </a:solidFill>
                <a:latin typeface="Calibri"/>
                <a:ea typeface="Calibri"/>
                <a:cs typeface="Calibri"/>
              </a:defRPr>
            </a:defPPr>
            <a:lvl1pPr algn="l">
              <a:defRPr sz="3600" b="1">
                <a:solidFill>
                  <a:srgbClr val="087E8B"/>
                </a:solidFill>
                <a:latin typeface="Calibri"/>
                <a:ea typeface="Calibri"/>
                <a:cs typeface="Calibri"/>
              </a:defRPr>
            </a:lvl1pPr>
            <a:lvl2pPr algn="l">
              <a:defRPr sz="3600" b="1">
                <a:solidFill>
                  <a:srgbClr val="087E8B"/>
                </a:solidFill>
                <a:latin typeface="Calibri"/>
                <a:ea typeface="Calibri"/>
                <a:cs typeface="Calibri"/>
              </a:defRPr>
            </a:lvl2pPr>
            <a:lvl3pPr algn="l">
              <a:defRPr sz="3600" b="1">
                <a:solidFill>
                  <a:srgbClr val="087E8B"/>
                </a:solidFill>
                <a:latin typeface="Calibri"/>
                <a:ea typeface="Calibri"/>
                <a:cs typeface="Calibri"/>
              </a:defRPr>
            </a:lvl3pPr>
            <a:lvl4pPr algn="l">
              <a:defRPr sz="3600" b="1">
                <a:solidFill>
                  <a:srgbClr val="087E8B"/>
                </a:solidFill>
                <a:latin typeface="Calibri"/>
                <a:ea typeface="Calibri"/>
                <a:cs typeface="Calibri"/>
              </a:defRPr>
            </a:lvl4pPr>
            <a:lvl5pPr algn="l">
              <a:defRPr sz="3600" b="1">
                <a:solidFill>
                  <a:srgbClr val="087E8B"/>
                </a:solidFill>
                <a:latin typeface="Calibri"/>
                <a:ea typeface="Calibri"/>
                <a:cs typeface="Calibri"/>
              </a:defRPr>
            </a:lvl5pPr>
            <a:lvl6pPr algn="l">
              <a:defRPr sz="3600" b="1">
                <a:solidFill>
                  <a:srgbClr val="087E8B"/>
                </a:solidFill>
                <a:latin typeface="Calibri"/>
                <a:ea typeface="Calibri"/>
                <a:cs typeface="Calibri"/>
              </a:defRPr>
            </a:lvl6pPr>
            <a:lvl7pPr algn="l">
              <a:defRPr sz="3600" b="1">
                <a:solidFill>
                  <a:srgbClr val="087E8B"/>
                </a:solidFill>
                <a:latin typeface="Calibri"/>
                <a:ea typeface="Calibri"/>
                <a:cs typeface="Calibri"/>
              </a:defRPr>
            </a:lvl7pPr>
            <a:lvl8pPr algn="l">
              <a:defRPr sz="3600" b="1">
                <a:solidFill>
                  <a:srgbClr val="087E8B"/>
                </a:solidFill>
                <a:latin typeface="Calibri"/>
                <a:ea typeface="Calibri"/>
                <a:cs typeface="Calibri"/>
              </a:defRPr>
            </a:lvl8pPr>
            <a:lvl9pPr algn="l">
              <a:defRPr sz="3600" b="1">
                <a:solidFill>
                  <a:srgbClr val="087E8B"/>
                </a:solidFill>
                <a:latin typeface="Calibri"/>
                <a:ea typeface="Calibri"/>
                <a:cs typeface="Calibri"/>
              </a:defRPr>
            </a:lvl9pPr>
          </a:lstStyle>
          <a:p xmlns:a="http://schemas.openxmlformats.org/drawingml/2006/main">
            <a:pPr algn="l">
              <a:defRPr sz="3600" b="1">
                <a:solidFill>
                  <a:srgbClr val="087E8B"/>
                </a:solidFill>
                <a:latin typeface="Calibri"/>
                <a:ea typeface="Calibri"/>
                <a:cs typeface="Calibri"/>
              </a:defRPr>
            </a:pPr>
            <a:r>
              <a:rPr sz="3600" b="1">
                <a:solidFill>
                  <a:srgbClr val="087E8B"/>
                </a:solidFill>
                <a:latin typeface="Calibri"/>
                <a:ea typeface="Calibri"/>
                <a:cs typeface="Calibri"/>
              </a:rPr>
              <a:t>01</a:t>
            </a:r>
          </a:p>
        </p:txBody>
      </p:sp>
      <p:sp>
        <p:nvSpPr>
          <p:cNvPr id="4" name="Semester 1">
            <a:extLst xmlns:a="http://schemas.openxmlformats.org/drawingml/2006/main">
              <a:ext uri="{FF2B5EF4-FFF2-40B4-BE49-F238E27FC236}">
                <a16:creationId xmlns:a16="http://schemas.microsoft.com/office/drawing/2014/main" id="{1160067A-41EE-46AA-AFF1-761F1F7363A5}"/>
              </a:ext>
            </a:extLst>
          </p:cNvPr>
          <p:cNvSpPr>
            <a:spLocks xmlns:a="http://schemas.openxmlformats.org/drawingml/2006/main" noGrp="1"/>
          </p:cNvSpPr>
          <p:nvPr/>
        </p:nvSpPr>
        <p:spPr>
          <a:xfrm xmlns:a="http://schemas.openxmlformats.org/drawingml/2006/main">
            <a:off x="533400" y="30003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E8B"/>
                </a:solidFill>
                <a:latin typeface="Calibri"/>
                <a:ea typeface="Calibri"/>
                <a:cs typeface="Calibri"/>
              </a:defRPr>
            </a:defPPr>
            <a:lvl1pPr algn="l">
              <a:defRPr sz="2625" b="1">
                <a:solidFill>
                  <a:srgbClr val="087E8B"/>
                </a:solidFill>
                <a:latin typeface="Calibri"/>
                <a:ea typeface="Calibri"/>
                <a:cs typeface="Calibri"/>
              </a:defRPr>
            </a:lvl1pPr>
            <a:lvl2pPr algn="l">
              <a:defRPr sz="2625" b="1">
                <a:solidFill>
                  <a:srgbClr val="087E8B"/>
                </a:solidFill>
                <a:latin typeface="Calibri"/>
                <a:ea typeface="Calibri"/>
                <a:cs typeface="Calibri"/>
              </a:defRPr>
            </a:lvl2pPr>
            <a:lvl3pPr algn="l">
              <a:defRPr sz="2625" b="1">
                <a:solidFill>
                  <a:srgbClr val="087E8B"/>
                </a:solidFill>
                <a:latin typeface="Calibri"/>
                <a:ea typeface="Calibri"/>
                <a:cs typeface="Calibri"/>
              </a:defRPr>
            </a:lvl3pPr>
            <a:lvl4pPr algn="l">
              <a:defRPr sz="2625" b="1">
                <a:solidFill>
                  <a:srgbClr val="087E8B"/>
                </a:solidFill>
                <a:latin typeface="Calibri"/>
                <a:ea typeface="Calibri"/>
                <a:cs typeface="Calibri"/>
              </a:defRPr>
            </a:lvl4pPr>
            <a:lvl5pPr algn="l">
              <a:defRPr sz="2625" b="1">
                <a:solidFill>
                  <a:srgbClr val="087E8B"/>
                </a:solidFill>
                <a:latin typeface="Calibri"/>
                <a:ea typeface="Calibri"/>
                <a:cs typeface="Calibri"/>
              </a:defRPr>
            </a:lvl5pPr>
            <a:lvl6pPr algn="l">
              <a:defRPr sz="2625" b="1">
                <a:solidFill>
                  <a:srgbClr val="087E8B"/>
                </a:solidFill>
                <a:latin typeface="Calibri"/>
                <a:ea typeface="Calibri"/>
                <a:cs typeface="Calibri"/>
              </a:defRPr>
            </a:lvl6pPr>
            <a:lvl7pPr algn="l">
              <a:defRPr sz="2625" b="1">
                <a:solidFill>
                  <a:srgbClr val="087E8B"/>
                </a:solidFill>
                <a:latin typeface="Calibri"/>
                <a:ea typeface="Calibri"/>
                <a:cs typeface="Calibri"/>
              </a:defRPr>
            </a:lvl7pPr>
            <a:lvl8pPr algn="l">
              <a:defRPr sz="2625" b="1">
                <a:solidFill>
                  <a:srgbClr val="087E8B"/>
                </a:solidFill>
                <a:latin typeface="Calibri"/>
                <a:ea typeface="Calibri"/>
                <a:cs typeface="Calibri"/>
              </a:defRPr>
            </a:lvl8pPr>
            <a:lvl9pPr algn="l">
              <a:defRPr sz="2625" b="1">
                <a:solidFill>
                  <a:srgbClr val="087E8B"/>
                </a:solidFill>
                <a:latin typeface="Calibri"/>
                <a:ea typeface="Calibri"/>
                <a:cs typeface="Calibri"/>
              </a:defRPr>
            </a:lvl9pPr>
          </a:lstStyle>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Semester 1</a:t>
            </a:r>
          </a:p>
        </p:txBody>
      </p:sp>
      <p:sp>
        <p:nvSpPr>
          <p:cNvPr id="5" name="Memahami murid serta menyelaraskan tujuan, kegiatan, dan asesmen.">
            <a:extLst xmlns:a="http://schemas.openxmlformats.org/drawingml/2006/main">
              <a:ext uri="{FF2B5EF4-FFF2-40B4-BE49-F238E27FC236}">
                <a16:creationId xmlns:a16="http://schemas.microsoft.com/office/drawing/2014/main" id="{6B5254B4-CC69-4101-88F4-87F803315567}"/>
              </a:ext>
            </a:extLst>
          </p:cNvPr>
          <p:cNvSpPr>
            <a:spLocks xmlns:a="http://schemas.openxmlformats.org/drawingml/2006/main" noGrp="1"/>
          </p:cNvSpPr>
          <p:nvPr/>
        </p:nvSpPr>
        <p:spPr>
          <a:xfrm xmlns:a="http://schemas.openxmlformats.org/drawingml/2006/main">
            <a:off x="533400" y="3619500"/>
            <a:ext cx="3371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Memahami murid serta</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menyelaraskan tujuan,</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kegiatan, dan asesmen.</a:t>
            </a:r>
          </a:p>
        </p:txBody>
      </p:sp>
      <p:sp>
        <p:nvSpPr>
          <p:cNvPr id="6" name="02">
            <a:extLst xmlns:a="http://schemas.openxmlformats.org/drawingml/2006/main">
              <a:ext uri="{FF2B5EF4-FFF2-40B4-BE49-F238E27FC236}">
                <a16:creationId xmlns:a16="http://schemas.microsoft.com/office/drawing/2014/main" id="{7D796083-D653-4523-8A3C-061DE3DA9EE3}"/>
              </a:ext>
            </a:extLst>
          </p:cNvPr>
          <p:cNvSpPr>
            <a:spLocks xmlns:a="http://schemas.openxmlformats.org/drawingml/2006/main" noGrp="1"/>
          </p:cNvSpPr>
          <p:nvPr/>
        </p:nvSpPr>
        <p:spPr>
          <a:xfrm xmlns:a="http://schemas.openxmlformats.org/drawingml/2006/main">
            <a:off x="4400550" y="223837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8582B"/>
                </a:solidFill>
                <a:latin typeface="Calibri"/>
                <a:ea typeface="Calibri"/>
                <a:cs typeface="Calibri"/>
              </a:defRPr>
            </a:defPPr>
            <a:lvl1pPr algn="l">
              <a:defRPr sz="3600" b="1">
                <a:solidFill>
                  <a:srgbClr val="C8582B"/>
                </a:solidFill>
                <a:latin typeface="Calibri"/>
                <a:ea typeface="Calibri"/>
                <a:cs typeface="Calibri"/>
              </a:defRPr>
            </a:lvl1pPr>
            <a:lvl2pPr algn="l">
              <a:defRPr sz="3600" b="1">
                <a:solidFill>
                  <a:srgbClr val="C8582B"/>
                </a:solidFill>
                <a:latin typeface="Calibri"/>
                <a:ea typeface="Calibri"/>
                <a:cs typeface="Calibri"/>
              </a:defRPr>
            </a:lvl2pPr>
            <a:lvl3pPr algn="l">
              <a:defRPr sz="3600" b="1">
                <a:solidFill>
                  <a:srgbClr val="C8582B"/>
                </a:solidFill>
                <a:latin typeface="Calibri"/>
                <a:ea typeface="Calibri"/>
                <a:cs typeface="Calibri"/>
              </a:defRPr>
            </a:lvl3pPr>
            <a:lvl4pPr algn="l">
              <a:defRPr sz="3600" b="1">
                <a:solidFill>
                  <a:srgbClr val="C8582B"/>
                </a:solidFill>
                <a:latin typeface="Calibri"/>
                <a:ea typeface="Calibri"/>
                <a:cs typeface="Calibri"/>
              </a:defRPr>
            </a:lvl4pPr>
            <a:lvl5pPr algn="l">
              <a:defRPr sz="3600" b="1">
                <a:solidFill>
                  <a:srgbClr val="C8582B"/>
                </a:solidFill>
                <a:latin typeface="Calibri"/>
                <a:ea typeface="Calibri"/>
                <a:cs typeface="Calibri"/>
              </a:defRPr>
            </a:lvl5pPr>
            <a:lvl6pPr algn="l">
              <a:defRPr sz="3600" b="1">
                <a:solidFill>
                  <a:srgbClr val="C8582B"/>
                </a:solidFill>
                <a:latin typeface="Calibri"/>
                <a:ea typeface="Calibri"/>
                <a:cs typeface="Calibri"/>
              </a:defRPr>
            </a:lvl6pPr>
            <a:lvl7pPr algn="l">
              <a:defRPr sz="3600" b="1">
                <a:solidFill>
                  <a:srgbClr val="C8582B"/>
                </a:solidFill>
                <a:latin typeface="Calibri"/>
                <a:ea typeface="Calibri"/>
                <a:cs typeface="Calibri"/>
              </a:defRPr>
            </a:lvl7pPr>
            <a:lvl8pPr algn="l">
              <a:defRPr sz="3600" b="1">
                <a:solidFill>
                  <a:srgbClr val="C8582B"/>
                </a:solidFill>
                <a:latin typeface="Calibri"/>
                <a:ea typeface="Calibri"/>
                <a:cs typeface="Calibri"/>
              </a:defRPr>
            </a:lvl8pPr>
            <a:lvl9pPr algn="l">
              <a:defRPr sz="3600" b="1">
                <a:solidFill>
                  <a:srgbClr val="C8582B"/>
                </a:solidFill>
                <a:latin typeface="Calibri"/>
                <a:ea typeface="Calibri"/>
                <a:cs typeface="Calibri"/>
              </a:defRPr>
            </a:lvl9pPr>
          </a:lstStyle>
          <a:p xmlns:a="http://schemas.openxmlformats.org/drawingml/2006/main">
            <a:pPr algn="l">
              <a:defRPr sz="3600" b="1">
                <a:solidFill>
                  <a:srgbClr val="C8582B"/>
                </a:solidFill>
                <a:latin typeface="Calibri"/>
                <a:ea typeface="Calibri"/>
                <a:cs typeface="Calibri"/>
              </a:defRPr>
            </a:pPr>
            <a:r>
              <a:rPr sz="3600" b="1">
                <a:solidFill>
                  <a:srgbClr val="C8582B"/>
                </a:solidFill>
                <a:latin typeface="Calibri"/>
                <a:ea typeface="Calibri"/>
                <a:cs typeface="Calibri"/>
              </a:rPr>
              <a:t>02</a:t>
            </a:r>
          </a:p>
        </p:txBody>
      </p:sp>
      <p:sp>
        <p:nvSpPr>
          <p:cNvPr id="7" name="Pengalaman PPL">
            <a:extLst xmlns:a="http://schemas.openxmlformats.org/drawingml/2006/main">
              <a:ext uri="{FF2B5EF4-FFF2-40B4-BE49-F238E27FC236}">
                <a16:creationId xmlns:a16="http://schemas.microsoft.com/office/drawing/2014/main" id="{D9FFC96A-FA0E-4623-9CCD-96D1C4F03659}"/>
              </a:ext>
            </a:extLst>
          </p:cNvPr>
          <p:cNvSpPr>
            <a:spLocks xmlns:a="http://schemas.openxmlformats.org/drawingml/2006/main" noGrp="1"/>
          </p:cNvSpPr>
          <p:nvPr/>
        </p:nvSpPr>
        <p:spPr>
          <a:xfrm xmlns:a="http://schemas.openxmlformats.org/drawingml/2006/main">
            <a:off x="4400550" y="30003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C8582B"/>
                </a:solidFill>
                <a:latin typeface="Calibri"/>
                <a:ea typeface="Calibri"/>
                <a:cs typeface="Calibri"/>
              </a:defRPr>
            </a:defPPr>
            <a:lvl1pPr algn="l">
              <a:defRPr sz="2625" b="1">
                <a:solidFill>
                  <a:srgbClr val="C8582B"/>
                </a:solidFill>
                <a:latin typeface="Calibri"/>
                <a:ea typeface="Calibri"/>
                <a:cs typeface="Calibri"/>
              </a:defRPr>
            </a:lvl1pPr>
            <a:lvl2pPr algn="l">
              <a:defRPr sz="2625" b="1">
                <a:solidFill>
                  <a:srgbClr val="C8582B"/>
                </a:solidFill>
                <a:latin typeface="Calibri"/>
                <a:ea typeface="Calibri"/>
                <a:cs typeface="Calibri"/>
              </a:defRPr>
            </a:lvl2pPr>
            <a:lvl3pPr algn="l">
              <a:defRPr sz="2625" b="1">
                <a:solidFill>
                  <a:srgbClr val="C8582B"/>
                </a:solidFill>
                <a:latin typeface="Calibri"/>
                <a:ea typeface="Calibri"/>
                <a:cs typeface="Calibri"/>
              </a:defRPr>
            </a:lvl3pPr>
            <a:lvl4pPr algn="l">
              <a:defRPr sz="2625" b="1">
                <a:solidFill>
                  <a:srgbClr val="C8582B"/>
                </a:solidFill>
                <a:latin typeface="Calibri"/>
                <a:ea typeface="Calibri"/>
                <a:cs typeface="Calibri"/>
              </a:defRPr>
            </a:lvl4pPr>
            <a:lvl5pPr algn="l">
              <a:defRPr sz="2625" b="1">
                <a:solidFill>
                  <a:srgbClr val="C8582B"/>
                </a:solidFill>
                <a:latin typeface="Calibri"/>
                <a:ea typeface="Calibri"/>
                <a:cs typeface="Calibri"/>
              </a:defRPr>
            </a:lvl5pPr>
            <a:lvl6pPr algn="l">
              <a:defRPr sz="2625" b="1">
                <a:solidFill>
                  <a:srgbClr val="C8582B"/>
                </a:solidFill>
                <a:latin typeface="Calibri"/>
                <a:ea typeface="Calibri"/>
                <a:cs typeface="Calibri"/>
              </a:defRPr>
            </a:lvl6pPr>
            <a:lvl7pPr algn="l">
              <a:defRPr sz="2625" b="1">
                <a:solidFill>
                  <a:srgbClr val="C8582B"/>
                </a:solidFill>
                <a:latin typeface="Calibri"/>
                <a:ea typeface="Calibri"/>
                <a:cs typeface="Calibri"/>
              </a:defRPr>
            </a:lvl7pPr>
            <a:lvl8pPr algn="l">
              <a:defRPr sz="2625" b="1">
                <a:solidFill>
                  <a:srgbClr val="C8582B"/>
                </a:solidFill>
                <a:latin typeface="Calibri"/>
                <a:ea typeface="Calibri"/>
                <a:cs typeface="Calibri"/>
              </a:defRPr>
            </a:lvl8pPr>
            <a:lvl9pPr algn="l">
              <a:defRPr sz="2625" b="1">
                <a:solidFill>
                  <a:srgbClr val="C8582B"/>
                </a:solidFill>
                <a:latin typeface="Calibri"/>
                <a:ea typeface="Calibri"/>
                <a:cs typeface="Calibri"/>
              </a:defRPr>
            </a:lvl9pPr>
          </a:lstStyle>
          <a:p xmlns:a="http://schemas.openxmlformats.org/drawingml/2006/main">
            <a:pPr algn="l">
              <a:defRPr sz="2625" b="1">
                <a:solidFill>
                  <a:srgbClr val="C8582B"/>
                </a:solidFill>
                <a:latin typeface="Calibri"/>
                <a:ea typeface="Calibri"/>
                <a:cs typeface="Calibri"/>
              </a:defRPr>
            </a:pPr>
            <a:r>
              <a:rPr sz="2625" b="1">
                <a:solidFill>
                  <a:srgbClr val="C8582B"/>
                </a:solidFill>
                <a:latin typeface="Calibri"/>
                <a:ea typeface="Calibri"/>
                <a:cs typeface="Calibri"/>
              </a:rPr>
              <a:t>Pengalaman PPL</a:t>
            </a:r>
          </a:p>
        </p:txBody>
      </p:sp>
      <p:sp>
        <p:nvSpPr>
          <p:cNvPr id="8" name="Menguji rancangan di kelas fabrikasi logam bersama masukan guru pamong">
            <a:extLst xmlns:a="http://schemas.openxmlformats.org/drawingml/2006/main">
              <a:ext uri="{FF2B5EF4-FFF2-40B4-BE49-F238E27FC236}">
                <a16:creationId xmlns:a16="http://schemas.microsoft.com/office/drawing/2014/main" id="{81F77B87-A397-4FB2-88B1-929F81CD80FA}"/>
              </a:ext>
            </a:extLst>
          </p:cNvPr>
          <p:cNvSpPr>
            <a:spLocks xmlns:a="http://schemas.openxmlformats.org/drawingml/2006/main" noGrp="1"/>
          </p:cNvSpPr>
          <p:nvPr/>
        </p:nvSpPr>
        <p:spPr>
          <a:xfrm xmlns:a="http://schemas.openxmlformats.org/drawingml/2006/main">
            <a:off x="4400550" y="3619500"/>
            <a:ext cx="3371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Menguji rancangan di kelas</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fabrikasi logam bersama</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masukan guru pamong.</a:t>
            </a:r>
          </a:p>
        </p:txBody>
      </p:sp>
      <p:sp>
        <p:nvSpPr>
          <p:cNvPr id="9" name="03">
            <a:extLst xmlns:a="http://schemas.openxmlformats.org/drawingml/2006/main">
              <a:ext uri="{FF2B5EF4-FFF2-40B4-BE49-F238E27FC236}">
                <a16:creationId xmlns:a16="http://schemas.microsoft.com/office/drawing/2014/main" id="{B34CFB46-6D62-47CB-AD57-929383431E7B}"/>
              </a:ext>
            </a:extLst>
          </p:cNvPr>
          <p:cNvSpPr>
            <a:spLocks xmlns:a="http://schemas.openxmlformats.org/drawingml/2006/main" noGrp="1"/>
          </p:cNvSpPr>
          <p:nvPr/>
        </p:nvSpPr>
        <p:spPr>
          <a:xfrm xmlns:a="http://schemas.openxmlformats.org/drawingml/2006/main">
            <a:off x="8267700" y="223837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7E8B"/>
                </a:solidFill>
                <a:latin typeface="Calibri"/>
                <a:ea typeface="Calibri"/>
                <a:cs typeface="Calibri"/>
              </a:defRPr>
            </a:defPPr>
            <a:lvl1pPr algn="l">
              <a:defRPr sz="3600" b="1">
                <a:solidFill>
                  <a:srgbClr val="087E8B"/>
                </a:solidFill>
                <a:latin typeface="Calibri"/>
                <a:ea typeface="Calibri"/>
                <a:cs typeface="Calibri"/>
              </a:defRPr>
            </a:lvl1pPr>
            <a:lvl2pPr algn="l">
              <a:defRPr sz="3600" b="1">
                <a:solidFill>
                  <a:srgbClr val="087E8B"/>
                </a:solidFill>
                <a:latin typeface="Calibri"/>
                <a:ea typeface="Calibri"/>
                <a:cs typeface="Calibri"/>
              </a:defRPr>
            </a:lvl2pPr>
            <a:lvl3pPr algn="l">
              <a:defRPr sz="3600" b="1">
                <a:solidFill>
                  <a:srgbClr val="087E8B"/>
                </a:solidFill>
                <a:latin typeface="Calibri"/>
                <a:ea typeface="Calibri"/>
                <a:cs typeface="Calibri"/>
              </a:defRPr>
            </a:lvl3pPr>
            <a:lvl4pPr algn="l">
              <a:defRPr sz="3600" b="1">
                <a:solidFill>
                  <a:srgbClr val="087E8B"/>
                </a:solidFill>
                <a:latin typeface="Calibri"/>
                <a:ea typeface="Calibri"/>
                <a:cs typeface="Calibri"/>
              </a:defRPr>
            </a:lvl4pPr>
            <a:lvl5pPr algn="l">
              <a:defRPr sz="3600" b="1">
                <a:solidFill>
                  <a:srgbClr val="087E8B"/>
                </a:solidFill>
                <a:latin typeface="Calibri"/>
                <a:ea typeface="Calibri"/>
                <a:cs typeface="Calibri"/>
              </a:defRPr>
            </a:lvl5pPr>
            <a:lvl6pPr algn="l">
              <a:defRPr sz="3600" b="1">
                <a:solidFill>
                  <a:srgbClr val="087E8B"/>
                </a:solidFill>
                <a:latin typeface="Calibri"/>
                <a:ea typeface="Calibri"/>
                <a:cs typeface="Calibri"/>
              </a:defRPr>
            </a:lvl6pPr>
            <a:lvl7pPr algn="l">
              <a:defRPr sz="3600" b="1">
                <a:solidFill>
                  <a:srgbClr val="087E8B"/>
                </a:solidFill>
                <a:latin typeface="Calibri"/>
                <a:ea typeface="Calibri"/>
                <a:cs typeface="Calibri"/>
              </a:defRPr>
            </a:lvl7pPr>
            <a:lvl8pPr algn="l">
              <a:defRPr sz="3600" b="1">
                <a:solidFill>
                  <a:srgbClr val="087E8B"/>
                </a:solidFill>
                <a:latin typeface="Calibri"/>
                <a:ea typeface="Calibri"/>
                <a:cs typeface="Calibri"/>
              </a:defRPr>
            </a:lvl8pPr>
            <a:lvl9pPr algn="l">
              <a:defRPr sz="3600" b="1">
                <a:solidFill>
                  <a:srgbClr val="087E8B"/>
                </a:solidFill>
                <a:latin typeface="Calibri"/>
                <a:ea typeface="Calibri"/>
                <a:cs typeface="Calibri"/>
              </a:defRPr>
            </a:lvl9pPr>
          </a:lstStyle>
          <a:p xmlns:a="http://schemas.openxmlformats.org/drawingml/2006/main">
            <a:pPr algn="l">
              <a:defRPr sz="3600" b="1">
                <a:solidFill>
                  <a:srgbClr val="087E8B"/>
                </a:solidFill>
                <a:latin typeface="Calibri"/>
                <a:ea typeface="Calibri"/>
                <a:cs typeface="Calibri"/>
              </a:defRPr>
            </a:pPr>
            <a:r>
              <a:rPr sz="3600" b="1">
                <a:solidFill>
                  <a:srgbClr val="087E8B"/>
                </a:solidFill>
                <a:latin typeface="Calibri"/>
                <a:ea typeface="Calibri"/>
                <a:cs typeface="Calibri"/>
              </a:rPr>
              <a:t>03</a:t>
            </a:r>
          </a:p>
        </p:txBody>
      </p:sp>
      <p:sp>
        <p:nvSpPr>
          <p:cNvPr id="10" name="Semester 2">
            <a:extLst xmlns:a="http://schemas.openxmlformats.org/drawingml/2006/main">
              <a:ext uri="{FF2B5EF4-FFF2-40B4-BE49-F238E27FC236}">
                <a16:creationId xmlns:a16="http://schemas.microsoft.com/office/drawing/2014/main" id="{9F01F01E-54EB-4015-9C74-96DC08006D7C}"/>
              </a:ext>
            </a:extLst>
          </p:cNvPr>
          <p:cNvSpPr>
            <a:spLocks xmlns:a="http://schemas.openxmlformats.org/drawingml/2006/main" noGrp="1"/>
          </p:cNvSpPr>
          <p:nvPr/>
        </p:nvSpPr>
        <p:spPr>
          <a:xfrm xmlns:a="http://schemas.openxmlformats.org/drawingml/2006/main">
            <a:off x="8267700" y="30003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E8B"/>
                </a:solidFill>
                <a:latin typeface="Calibri"/>
                <a:ea typeface="Calibri"/>
                <a:cs typeface="Calibri"/>
              </a:defRPr>
            </a:defPPr>
            <a:lvl1pPr algn="l">
              <a:defRPr sz="2625" b="1">
                <a:solidFill>
                  <a:srgbClr val="087E8B"/>
                </a:solidFill>
                <a:latin typeface="Calibri"/>
                <a:ea typeface="Calibri"/>
                <a:cs typeface="Calibri"/>
              </a:defRPr>
            </a:lvl1pPr>
            <a:lvl2pPr algn="l">
              <a:defRPr sz="2625" b="1">
                <a:solidFill>
                  <a:srgbClr val="087E8B"/>
                </a:solidFill>
                <a:latin typeface="Calibri"/>
                <a:ea typeface="Calibri"/>
                <a:cs typeface="Calibri"/>
              </a:defRPr>
            </a:lvl2pPr>
            <a:lvl3pPr algn="l">
              <a:defRPr sz="2625" b="1">
                <a:solidFill>
                  <a:srgbClr val="087E8B"/>
                </a:solidFill>
                <a:latin typeface="Calibri"/>
                <a:ea typeface="Calibri"/>
                <a:cs typeface="Calibri"/>
              </a:defRPr>
            </a:lvl3pPr>
            <a:lvl4pPr algn="l">
              <a:defRPr sz="2625" b="1">
                <a:solidFill>
                  <a:srgbClr val="087E8B"/>
                </a:solidFill>
                <a:latin typeface="Calibri"/>
                <a:ea typeface="Calibri"/>
                <a:cs typeface="Calibri"/>
              </a:defRPr>
            </a:lvl4pPr>
            <a:lvl5pPr algn="l">
              <a:defRPr sz="2625" b="1">
                <a:solidFill>
                  <a:srgbClr val="087E8B"/>
                </a:solidFill>
                <a:latin typeface="Calibri"/>
                <a:ea typeface="Calibri"/>
                <a:cs typeface="Calibri"/>
              </a:defRPr>
            </a:lvl5pPr>
            <a:lvl6pPr algn="l">
              <a:defRPr sz="2625" b="1">
                <a:solidFill>
                  <a:srgbClr val="087E8B"/>
                </a:solidFill>
                <a:latin typeface="Calibri"/>
                <a:ea typeface="Calibri"/>
                <a:cs typeface="Calibri"/>
              </a:defRPr>
            </a:lvl6pPr>
            <a:lvl7pPr algn="l">
              <a:defRPr sz="2625" b="1">
                <a:solidFill>
                  <a:srgbClr val="087E8B"/>
                </a:solidFill>
                <a:latin typeface="Calibri"/>
                <a:ea typeface="Calibri"/>
                <a:cs typeface="Calibri"/>
              </a:defRPr>
            </a:lvl7pPr>
            <a:lvl8pPr algn="l">
              <a:defRPr sz="2625" b="1">
                <a:solidFill>
                  <a:srgbClr val="087E8B"/>
                </a:solidFill>
                <a:latin typeface="Calibri"/>
                <a:ea typeface="Calibri"/>
                <a:cs typeface="Calibri"/>
              </a:defRPr>
            </a:lvl8pPr>
            <a:lvl9pPr algn="l">
              <a:defRPr sz="2625" b="1">
                <a:solidFill>
                  <a:srgbClr val="087E8B"/>
                </a:solidFill>
                <a:latin typeface="Calibri"/>
                <a:ea typeface="Calibri"/>
                <a:cs typeface="Calibri"/>
              </a:defRPr>
            </a:lvl9pPr>
          </a:lstStyle>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Semester 2</a:t>
            </a:r>
          </a:p>
        </p:txBody>
      </p:sp>
      <p:sp>
        <p:nvSpPr>
          <p:cNvPr id="11" name="Memperdalam PSE, inovasi kejuruan, dan belajar memimpin.">
            <a:extLst xmlns:a="http://schemas.openxmlformats.org/drawingml/2006/main">
              <a:ext uri="{FF2B5EF4-FFF2-40B4-BE49-F238E27FC236}">
                <a16:creationId xmlns:a16="http://schemas.microsoft.com/office/drawing/2014/main" id="{82B41674-D19A-4AD6-B96D-DC8E25CC50BC}"/>
              </a:ext>
            </a:extLst>
          </p:cNvPr>
          <p:cNvSpPr>
            <a:spLocks xmlns:a="http://schemas.openxmlformats.org/drawingml/2006/main" noGrp="1"/>
          </p:cNvSpPr>
          <p:nvPr/>
        </p:nvSpPr>
        <p:spPr>
          <a:xfrm xmlns:a="http://schemas.openxmlformats.org/drawingml/2006/main">
            <a:off x="8267700" y="3619500"/>
            <a:ext cx="3371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Memperdalam PSE,</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inovasi kejuruan, dan</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belajar memimpin.</a:t>
            </a:r>
          </a:p>
        </p:txBody>
      </p:sp>
      <p:sp>
        <p:nvSpPr>
          <p:cNvPr id="12" name="Bidang warna">
            <a:extLst xmlns:a="http://schemas.openxmlformats.org/drawingml/2006/main">
              <a:ext uri="{FF2B5EF4-FFF2-40B4-BE49-F238E27FC236}">
                <a16:creationId xmlns:a16="http://schemas.microsoft.com/office/drawing/2014/main" id="{1D0786AF-8D71-4D36-9AD7-943DE571455E}"/>
              </a:ext>
            </a:extLst>
          </p:cNvPr>
          <p:cNvSpPr>
            <a:spLocks xmlns:a="http://schemas.openxmlformats.org/drawingml/2006/main" noGrp="1"/>
          </p:cNvSpPr>
          <p:nvPr/>
        </p:nvSpPr>
        <p:spPr>
          <a:xfrm xmlns:a="http://schemas.openxmlformats.org/drawingml/2006/main">
            <a:off x="0" y="5381625"/>
            <a:ext cx="12192000" cy="1476375"/>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3" name="Hasil refleksi saya">
            <a:extLst xmlns:a="http://schemas.openxmlformats.org/drawingml/2006/main">
              <a:ext uri="{FF2B5EF4-FFF2-40B4-BE49-F238E27FC236}">
                <a16:creationId xmlns:a16="http://schemas.microsoft.com/office/drawing/2014/main" id="{506A28FD-C261-45C3-A8E9-A2348C9DBE64}"/>
              </a:ext>
            </a:extLst>
          </p:cNvPr>
          <p:cNvSpPr>
            <a:spLocks xmlns:a="http://schemas.openxmlformats.org/drawingml/2006/main" noGrp="1"/>
          </p:cNvSpPr>
          <p:nvPr/>
        </p:nvSpPr>
        <p:spPr>
          <a:xfrm xmlns:a="http://schemas.openxmlformats.org/drawingml/2006/main">
            <a:off x="533400" y="55911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B343"/>
                </a:solidFill>
                <a:latin typeface="Calibri"/>
                <a:ea typeface="Calibri"/>
                <a:cs typeface="Calibri"/>
              </a:defRPr>
            </a:defPPr>
            <a:lvl1pPr algn="l">
              <a:defRPr sz="2250" b="1">
                <a:solidFill>
                  <a:srgbClr val="F3B343"/>
                </a:solidFill>
                <a:latin typeface="Calibri"/>
                <a:ea typeface="Calibri"/>
                <a:cs typeface="Calibri"/>
              </a:defRPr>
            </a:lvl1pPr>
            <a:lvl2pPr algn="l">
              <a:defRPr sz="2250" b="1">
                <a:solidFill>
                  <a:srgbClr val="F3B343"/>
                </a:solidFill>
                <a:latin typeface="Calibri"/>
                <a:ea typeface="Calibri"/>
                <a:cs typeface="Calibri"/>
              </a:defRPr>
            </a:lvl2pPr>
            <a:lvl3pPr algn="l">
              <a:defRPr sz="2250" b="1">
                <a:solidFill>
                  <a:srgbClr val="F3B343"/>
                </a:solidFill>
                <a:latin typeface="Calibri"/>
                <a:ea typeface="Calibri"/>
                <a:cs typeface="Calibri"/>
              </a:defRPr>
            </a:lvl3pPr>
            <a:lvl4pPr algn="l">
              <a:defRPr sz="2250" b="1">
                <a:solidFill>
                  <a:srgbClr val="F3B343"/>
                </a:solidFill>
                <a:latin typeface="Calibri"/>
                <a:ea typeface="Calibri"/>
                <a:cs typeface="Calibri"/>
              </a:defRPr>
            </a:lvl4pPr>
            <a:lvl5pPr algn="l">
              <a:defRPr sz="2250" b="1">
                <a:solidFill>
                  <a:srgbClr val="F3B343"/>
                </a:solidFill>
                <a:latin typeface="Calibri"/>
                <a:ea typeface="Calibri"/>
                <a:cs typeface="Calibri"/>
              </a:defRPr>
            </a:lvl5pPr>
            <a:lvl6pPr algn="l">
              <a:defRPr sz="2250" b="1">
                <a:solidFill>
                  <a:srgbClr val="F3B343"/>
                </a:solidFill>
                <a:latin typeface="Calibri"/>
                <a:ea typeface="Calibri"/>
                <a:cs typeface="Calibri"/>
              </a:defRPr>
            </a:lvl6pPr>
            <a:lvl7pPr algn="l">
              <a:defRPr sz="2250" b="1">
                <a:solidFill>
                  <a:srgbClr val="F3B343"/>
                </a:solidFill>
                <a:latin typeface="Calibri"/>
                <a:ea typeface="Calibri"/>
                <a:cs typeface="Calibri"/>
              </a:defRPr>
            </a:lvl7pPr>
            <a:lvl8pPr algn="l">
              <a:defRPr sz="2250" b="1">
                <a:solidFill>
                  <a:srgbClr val="F3B343"/>
                </a:solidFill>
                <a:latin typeface="Calibri"/>
                <a:ea typeface="Calibri"/>
                <a:cs typeface="Calibri"/>
              </a:defRPr>
            </a:lvl8pPr>
            <a:lvl9pPr algn="l">
              <a:defRPr sz="2250" b="1">
                <a:solidFill>
                  <a:srgbClr val="F3B343"/>
                </a:solidFill>
                <a:latin typeface="Calibri"/>
                <a:ea typeface="Calibri"/>
                <a:cs typeface="Calibri"/>
              </a:defRPr>
            </a:lvl9pPr>
          </a:lstStyle>
          <a:p xmlns:a="http://schemas.openxmlformats.org/drawingml/2006/main">
            <a:pPr algn="l">
              <a:defRPr sz="2250" b="1">
                <a:solidFill>
                  <a:srgbClr val="F3B343"/>
                </a:solidFill>
                <a:latin typeface="Calibri"/>
                <a:ea typeface="Calibri"/>
                <a:cs typeface="Calibri"/>
              </a:defRPr>
            </a:pPr>
            <a:r>
              <a:rPr sz="2250" b="1">
                <a:solidFill>
                  <a:srgbClr val="F3B343"/>
                </a:solidFill>
                <a:latin typeface="Calibri"/>
                <a:ea typeface="Calibri"/>
                <a:cs typeface="Calibri"/>
              </a:rPr>
              <a:t>Hasil refleksi saya</a:t>
            </a:r>
          </a:p>
        </p:txBody>
      </p:sp>
      <p:sp>
        <p:nvSpPr>
          <p:cNvPr id="14" name="Keputusan mengajar perlu berangkat dari kebutuhan siswa serta bukti pr">
            <a:extLst xmlns:a="http://schemas.openxmlformats.org/drawingml/2006/main">
              <a:ext uri="{FF2B5EF4-FFF2-40B4-BE49-F238E27FC236}">
                <a16:creationId xmlns:a16="http://schemas.microsoft.com/office/drawing/2014/main" id="{13AB5DCD-C3C5-48F6-87D3-0E57B30629F8}"/>
              </a:ext>
            </a:extLst>
          </p:cNvPr>
          <p:cNvSpPr>
            <a:spLocks xmlns:a="http://schemas.openxmlformats.org/drawingml/2006/main" noGrp="1"/>
          </p:cNvSpPr>
          <p:nvPr/>
        </p:nvSpPr>
        <p:spPr>
          <a:xfrm xmlns:a="http://schemas.openxmlformats.org/drawingml/2006/main">
            <a:off x="533400" y="60293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libri"/>
                <a:ea typeface="Calibri"/>
                <a:cs typeface="Calibri"/>
              </a:defRPr>
            </a:defPPr>
            <a:lvl1pPr algn="l">
              <a:defRPr sz="2400" b="1">
                <a:solidFill>
                  <a:srgbClr val="FFFFFF"/>
                </a:solidFill>
                <a:latin typeface="Calibri"/>
                <a:ea typeface="Calibri"/>
                <a:cs typeface="Calibri"/>
              </a:defRPr>
            </a:lvl1pPr>
            <a:lvl2pPr algn="l">
              <a:defRPr sz="2400" b="1">
                <a:solidFill>
                  <a:srgbClr val="FFFFFF"/>
                </a:solidFill>
                <a:latin typeface="Calibri"/>
                <a:ea typeface="Calibri"/>
                <a:cs typeface="Calibri"/>
              </a:defRPr>
            </a:lvl2pPr>
            <a:lvl3pPr algn="l">
              <a:defRPr sz="2400" b="1">
                <a:solidFill>
                  <a:srgbClr val="FFFFFF"/>
                </a:solidFill>
                <a:latin typeface="Calibri"/>
                <a:ea typeface="Calibri"/>
                <a:cs typeface="Calibri"/>
              </a:defRPr>
            </a:lvl3pPr>
            <a:lvl4pPr algn="l">
              <a:defRPr sz="2400" b="1">
                <a:solidFill>
                  <a:srgbClr val="FFFFFF"/>
                </a:solidFill>
                <a:latin typeface="Calibri"/>
                <a:ea typeface="Calibri"/>
                <a:cs typeface="Calibri"/>
              </a:defRPr>
            </a:lvl4pPr>
            <a:lvl5pPr algn="l">
              <a:defRPr sz="2400" b="1">
                <a:solidFill>
                  <a:srgbClr val="FFFFFF"/>
                </a:solidFill>
                <a:latin typeface="Calibri"/>
                <a:ea typeface="Calibri"/>
                <a:cs typeface="Calibri"/>
              </a:defRPr>
            </a:lvl5pPr>
            <a:lvl6pPr algn="l">
              <a:defRPr sz="2400" b="1">
                <a:solidFill>
                  <a:srgbClr val="FFFFFF"/>
                </a:solidFill>
                <a:latin typeface="Calibri"/>
                <a:ea typeface="Calibri"/>
                <a:cs typeface="Calibri"/>
              </a:defRPr>
            </a:lvl6pPr>
            <a:lvl7pPr algn="l">
              <a:defRPr sz="2400" b="1">
                <a:solidFill>
                  <a:srgbClr val="FFFFFF"/>
                </a:solidFill>
                <a:latin typeface="Calibri"/>
                <a:ea typeface="Calibri"/>
                <a:cs typeface="Calibri"/>
              </a:defRPr>
            </a:lvl7pPr>
            <a:lvl8pPr algn="l">
              <a:defRPr sz="2400" b="1">
                <a:solidFill>
                  <a:srgbClr val="FFFFFF"/>
                </a:solidFill>
                <a:latin typeface="Calibri"/>
                <a:ea typeface="Calibri"/>
                <a:cs typeface="Calibri"/>
              </a:defRPr>
            </a:lvl8pPr>
            <a:lvl9pPr algn="l">
              <a:defRPr sz="2400" b="1">
                <a:solidFill>
                  <a:srgbClr val="FFFFFF"/>
                </a:solidFill>
                <a:latin typeface="Calibri"/>
                <a:ea typeface="Calibri"/>
                <a:cs typeface="Calibri"/>
              </a:defRPr>
            </a:lvl9pPr>
          </a:lstStyle>
          <a:p xmlns:a="http://schemas.openxmlformats.org/drawingml/2006/main">
            <a:pPr algn="l">
              <a:defRPr sz="2400" b="1">
                <a:solidFill>
                  <a:srgbClr val="FFFFFF"/>
                </a:solidFill>
                <a:latin typeface="Calibri"/>
                <a:ea typeface="Calibri"/>
                <a:cs typeface="Calibri"/>
              </a:defRPr>
            </a:pPr>
            <a:r>
              <a:rPr sz="2400" b="1">
                <a:solidFill>
                  <a:srgbClr val="FFFFFF"/>
                </a:solidFill>
                <a:latin typeface="Calibri"/>
                <a:ea typeface="Calibri"/>
                <a:cs typeface="Calibri"/>
              </a:rPr>
              <a:t>Keputusan mengajar perlu berangkat dari kebutuhan siswa</a:t>
            </a:r>
          </a:p>
          <a:p xmlns:a="http://schemas.openxmlformats.org/drawingml/2006/main">
            <a:pPr algn="l">
              <a:defRPr sz="2400" b="1">
                <a:solidFill>
                  <a:srgbClr val="FFFFFF"/>
                </a:solidFill>
                <a:latin typeface="Calibri"/>
                <a:ea typeface="Calibri"/>
                <a:cs typeface="Calibri"/>
              </a:defRPr>
            </a:pPr>
            <a:r>
              <a:rPr sz="2400" b="1">
                <a:solidFill>
                  <a:srgbClr val="FFFFFF"/>
                </a:solidFill>
                <a:latin typeface="Calibri"/>
                <a:ea typeface="Calibri"/>
                <a:cs typeface="Calibri"/>
              </a:rPr>
              <a:t>serta bukti proses dan hasil belajar.</a:t>
            </a:r>
          </a:p>
        </p:txBody>
      </p:sp>
    </p:spTree>
    <p:extLst>
      <p:ext uri="{BB962C8B-B14F-4D97-AF65-F5344CB8AC3E}">
        <p14:creationId xmlns:p14="http://schemas.microsoft.com/office/powerpoint/2010/main" val="1464318196"/>
      </p:ext>
    </p:extLst>
  </p:cSld>
</p:sld>
</file>

<file path=ppt/slides/slide3.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13" name="Semester 1: dasar saya memahami murid">
            <a:extLst xmlns:a="http://schemas.openxmlformats.org/drawingml/2006/main">
              <a:ext uri="{FF2B5EF4-FFF2-40B4-BE49-F238E27FC236}">
                <a16:creationId xmlns:a16="http://schemas.microsoft.com/office/drawing/2014/main" id="{C5152BDD-04A6-4245-97C8-D4C58DBF48D6}"/>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102A43"/>
                </a:solidFill>
                <a:latin typeface="Calibri"/>
                <a:ea typeface="Calibri"/>
                <a:cs typeface="Calibri"/>
              </a:defRPr>
            </a:defPPr>
            <a:lvl1pPr algn="l">
              <a:defRPr sz="3825" b="1">
                <a:solidFill>
                  <a:srgbClr val="102A43"/>
                </a:solidFill>
                <a:latin typeface="Calibri"/>
                <a:ea typeface="Calibri"/>
                <a:cs typeface="Calibri"/>
              </a:defRPr>
            </a:lvl1pPr>
            <a:lvl2pPr algn="l">
              <a:defRPr sz="3825" b="1">
                <a:solidFill>
                  <a:srgbClr val="102A43"/>
                </a:solidFill>
                <a:latin typeface="Calibri"/>
                <a:ea typeface="Calibri"/>
                <a:cs typeface="Calibri"/>
              </a:defRPr>
            </a:lvl2pPr>
            <a:lvl3pPr algn="l">
              <a:defRPr sz="3825" b="1">
                <a:solidFill>
                  <a:srgbClr val="102A43"/>
                </a:solidFill>
                <a:latin typeface="Calibri"/>
                <a:ea typeface="Calibri"/>
                <a:cs typeface="Calibri"/>
              </a:defRPr>
            </a:lvl3pPr>
            <a:lvl4pPr algn="l">
              <a:defRPr sz="3825" b="1">
                <a:solidFill>
                  <a:srgbClr val="102A43"/>
                </a:solidFill>
                <a:latin typeface="Calibri"/>
                <a:ea typeface="Calibri"/>
                <a:cs typeface="Calibri"/>
              </a:defRPr>
            </a:lvl4pPr>
            <a:lvl5pPr algn="l">
              <a:defRPr sz="3825" b="1">
                <a:solidFill>
                  <a:srgbClr val="102A43"/>
                </a:solidFill>
                <a:latin typeface="Calibri"/>
                <a:ea typeface="Calibri"/>
                <a:cs typeface="Calibri"/>
              </a:defRPr>
            </a:lvl5pPr>
            <a:lvl6pPr algn="l">
              <a:defRPr sz="3825" b="1">
                <a:solidFill>
                  <a:srgbClr val="102A43"/>
                </a:solidFill>
                <a:latin typeface="Calibri"/>
                <a:ea typeface="Calibri"/>
                <a:cs typeface="Calibri"/>
              </a:defRPr>
            </a:lvl6pPr>
            <a:lvl7pPr algn="l">
              <a:defRPr sz="3825" b="1">
                <a:solidFill>
                  <a:srgbClr val="102A43"/>
                </a:solidFill>
                <a:latin typeface="Calibri"/>
                <a:ea typeface="Calibri"/>
                <a:cs typeface="Calibri"/>
              </a:defRPr>
            </a:lvl7pPr>
            <a:lvl8pPr algn="l">
              <a:defRPr sz="3825" b="1">
                <a:solidFill>
                  <a:srgbClr val="102A43"/>
                </a:solidFill>
                <a:latin typeface="Calibri"/>
                <a:ea typeface="Calibri"/>
                <a:cs typeface="Calibri"/>
              </a:defRPr>
            </a:lvl8pPr>
            <a:lvl9pPr algn="l">
              <a:defRPr sz="3825" b="1">
                <a:solidFill>
                  <a:srgbClr val="102A43"/>
                </a:solidFill>
                <a:latin typeface="Calibri"/>
                <a:ea typeface="Calibri"/>
                <a:cs typeface="Calibri"/>
              </a:defRPr>
            </a:lvl9pPr>
          </a:lstStyle>
          <a:p xmlns:a="http://schemas.openxmlformats.org/drawingml/2006/main">
            <a:pPr algn="l">
              <a:defRPr sz="3825" b="1">
                <a:solidFill>
                  <a:srgbClr val="102A43"/>
                </a:solidFill>
                <a:latin typeface="Calibri"/>
                <a:ea typeface="Calibri"/>
                <a:cs typeface="Calibri"/>
              </a:defRPr>
            </a:pPr>
            <a:r>
              <a:rPr sz="3825" b="1">
                <a:solidFill>
                  <a:srgbClr val="102A43"/>
                </a:solidFill>
                <a:latin typeface="Calibri"/>
                <a:ea typeface="Calibri"/>
                <a:cs typeface="Calibri"/>
              </a:rPr>
              <a:t>Semester 1: dasar saya memahami murid</a:t>
            </a:r>
          </a:p>
        </p:txBody>
      </p:sp>
      <p:sp>
        <p:nvSpPr>
          <p:cNvPr id="2" name="03">
            <a:extLst xmlns:a="http://schemas.openxmlformats.org/drawingml/2006/main">
              <a:ext uri="{FF2B5EF4-FFF2-40B4-BE49-F238E27FC236}">
                <a16:creationId xmlns:a16="http://schemas.microsoft.com/office/drawing/2014/main" id="{2D00863D-E93F-41E1-BA4E-89BE34BEB131}"/>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03</a:t>
            </a:r>
          </a:p>
        </p:txBody>
      </p:sp>
      <p:sp>
        <p:nvSpPr>
          <p:cNvPr id="3" name="Dasar berpikir yang saya bawa ke pembelajaran bengkel">
            <a:extLst xmlns:a="http://schemas.openxmlformats.org/drawingml/2006/main">
              <a:ext uri="{FF2B5EF4-FFF2-40B4-BE49-F238E27FC236}">
                <a16:creationId xmlns:a16="http://schemas.microsoft.com/office/drawing/2014/main" id="{BC122930-B809-4E8F-A858-17657EE6CEBC}"/>
              </a:ext>
            </a:extLst>
          </p:cNvPr>
          <p:cNvSpPr>
            <a:spLocks xmlns:a="http://schemas.openxmlformats.org/drawingml/2006/main" noGrp="1"/>
          </p:cNvSpPr>
          <p:nvPr/>
        </p:nvSpPr>
        <p:spPr>
          <a:xfrm xmlns:a="http://schemas.openxmlformats.org/drawingml/2006/main">
            <a:off x="533400" y="1219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2586B"/>
                </a:solidFill>
                <a:latin typeface="Calibri"/>
                <a:ea typeface="Calibri"/>
                <a:cs typeface="Calibri"/>
              </a:defRPr>
            </a:defPPr>
            <a:lvl1pPr algn="l">
              <a:defRPr sz="2175" b="0">
                <a:solidFill>
                  <a:srgbClr val="42586B"/>
                </a:solidFill>
                <a:latin typeface="Calibri"/>
                <a:ea typeface="Calibri"/>
                <a:cs typeface="Calibri"/>
              </a:defRPr>
            </a:lvl1pPr>
            <a:lvl2pPr algn="l">
              <a:defRPr sz="2175" b="0">
                <a:solidFill>
                  <a:srgbClr val="42586B"/>
                </a:solidFill>
                <a:latin typeface="Calibri"/>
                <a:ea typeface="Calibri"/>
                <a:cs typeface="Calibri"/>
              </a:defRPr>
            </a:lvl2pPr>
            <a:lvl3pPr algn="l">
              <a:defRPr sz="2175" b="0">
                <a:solidFill>
                  <a:srgbClr val="42586B"/>
                </a:solidFill>
                <a:latin typeface="Calibri"/>
                <a:ea typeface="Calibri"/>
                <a:cs typeface="Calibri"/>
              </a:defRPr>
            </a:lvl3pPr>
            <a:lvl4pPr algn="l">
              <a:defRPr sz="2175" b="0">
                <a:solidFill>
                  <a:srgbClr val="42586B"/>
                </a:solidFill>
                <a:latin typeface="Calibri"/>
                <a:ea typeface="Calibri"/>
                <a:cs typeface="Calibri"/>
              </a:defRPr>
            </a:lvl4pPr>
            <a:lvl5pPr algn="l">
              <a:defRPr sz="2175" b="0">
                <a:solidFill>
                  <a:srgbClr val="42586B"/>
                </a:solidFill>
                <a:latin typeface="Calibri"/>
                <a:ea typeface="Calibri"/>
                <a:cs typeface="Calibri"/>
              </a:defRPr>
            </a:lvl5pPr>
            <a:lvl6pPr algn="l">
              <a:defRPr sz="2175" b="0">
                <a:solidFill>
                  <a:srgbClr val="42586B"/>
                </a:solidFill>
                <a:latin typeface="Calibri"/>
                <a:ea typeface="Calibri"/>
                <a:cs typeface="Calibri"/>
              </a:defRPr>
            </a:lvl6pPr>
            <a:lvl7pPr algn="l">
              <a:defRPr sz="2175" b="0">
                <a:solidFill>
                  <a:srgbClr val="42586B"/>
                </a:solidFill>
                <a:latin typeface="Calibri"/>
                <a:ea typeface="Calibri"/>
                <a:cs typeface="Calibri"/>
              </a:defRPr>
            </a:lvl7pPr>
            <a:lvl8pPr algn="l">
              <a:defRPr sz="2175" b="0">
                <a:solidFill>
                  <a:srgbClr val="42586B"/>
                </a:solidFill>
                <a:latin typeface="Calibri"/>
                <a:ea typeface="Calibri"/>
                <a:cs typeface="Calibri"/>
              </a:defRPr>
            </a:lvl8pPr>
            <a:lvl9pPr algn="l">
              <a:defRPr sz="2175" b="0">
                <a:solidFill>
                  <a:srgbClr val="42586B"/>
                </a:solidFill>
                <a:latin typeface="Calibri"/>
                <a:ea typeface="Calibri"/>
                <a:cs typeface="Calibri"/>
              </a:defRPr>
            </a:lvl9pPr>
          </a:lstStyle>
          <a:p xmlns:a="http://schemas.openxmlformats.org/drawingml/2006/main">
            <a:pPr algn="l">
              <a:defRPr sz="2175" b="0">
                <a:solidFill>
                  <a:srgbClr val="42586B"/>
                </a:solidFill>
                <a:latin typeface="Calibri"/>
                <a:ea typeface="Calibri"/>
                <a:cs typeface="Calibri"/>
              </a:defRPr>
            </a:pPr>
            <a:r>
              <a:rPr sz="2175" b="0">
                <a:solidFill>
                  <a:srgbClr val="42586B"/>
                </a:solidFill>
                <a:latin typeface="Calibri"/>
                <a:ea typeface="Calibri"/>
                <a:cs typeface="Calibri"/>
              </a:rPr>
              <a:t>Dasar berpikir yang saya bawa ke pembelajaran bengkel</a:t>
            </a:r>
          </a:p>
        </p:txBody>
      </p:sp>
      <p:sp>
        <p:nvSpPr>
          <p:cNvPr id="4" name="Memahami peserta didik">
            <a:extLst xmlns:a="http://schemas.openxmlformats.org/drawingml/2006/main">
              <a:ext uri="{FF2B5EF4-FFF2-40B4-BE49-F238E27FC236}">
                <a16:creationId xmlns:a16="http://schemas.microsoft.com/office/drawing/2014/main" id="{E9A4DBBE-4D73-4AF6-BE81-71AA954C2867}"/>
              </a:ext>
            </a:extLst>
          </p:cNvPr>
          <p:cNvSpPr>
            <a:spLocks xmlns:a="http://schemas.openxmlformats.org/drawingml/2006/main" noGrp="1"/>
          </p:cNvSpPr>
          <p:nvPr/>
        </p:nvSpPr>
        <p:spPr>
          <a:xfrm xmlns:a="http://schemas.openxmlformats.org/drawingml/2006/main">
            <a:off x="533400" y="1971675"/>
            <a:ext cx="2914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E8B"/>
                </a:solidFill>
                <a:latin typeface="Calibri"/>
                <a:ea typeface="Calibri"/>
                <a:cs typeface="Calibri"/>
              </a:defRPr>
            </a:defPPr>
            <a:lvl1pPr algn="l">
              <a:defRPr sz="2625" b="1">
                <a:solidFill>
                  <a:srgbClr val="087E8B"/>
                </a:solidFill>
                <a:latin typeface="Calibri"/>
                <a:ea typeface="Calibri"/>
                <a:cs typeface="Calibri"/>
              </a:defRPr>
            </a:lvl1pPr>
            <a:lvl2pPr algn="l">
              <a:defRPr sz="2625" b="1">
                <a:solidFill>
                  <a:srgbClr val="087E8B"/>
                </a:solidFill>
                <a:latin typeface="Calibri"/>
                <a:ea typeface="Calibri"/>
                <a:cs typeface="Calibri"/>
              </a:defRPr>
            </a:lvl2pPr>
            <a:lvl3pPr algn="l">
              <a:defRPr sz="2625" b="1">
                <a:solidFill>
                  <a:srgbClr val="087E8B"/>
                </a:solidFill>
                <a:latin typeface="Calibri"/>
                <a:ea typeface="Calibri"/>
                <a:cs typeface="Calibri"/>
              </a:defRPr>
            </a:lvl3pPr>
            <a:lvl4pPr algn="l">
              <a:defRPr sz="2625" b="1">
                <a:solidFill>
                  <a:srgbClr val="087E8B"/>
                </a:solidFill>
                <a:latin typeface="Calibri"/>
                <a:ea typeface="Calibri"/>
                <a:cs typeface="Calibri"/>
              </a:defRPr>
            </a:lvl4pPr>
            <a:lvl5pPr algn="l">
              <a:defRPr sz="2625" b="1">
                <a:solidFill>
                  <a:srgbClr val="087E8B"/>
                </a:solidFill>
                <a:latin typeface="Calibri"/>
                <a:ea typeface="Calibri"/>
                <a:cs typeface="Calibri"/>
              </a:defRPr>
            </a:lvl5pPr>
            <a:lvl6pPr algn="l">
              <a:defRPr sz="2625" b="1">
                <a:solidFill>
                  <a:srgbClr val="087E8B"/>
                </a:solidFill>
                <a:latin typeface="Calibri"/>
                <a:ea typeface="Calibri"/>
                <a:cs typeface="Calibri"/>
              </a:defRPr>
            </a:lvl6pPr>
            <a:lvl7pPr algn="l">
              <a:defRPr sz="2625" b="1">
                <a:solidFill>
                  <a:srgbClr val="087E8B"/>
                </a:solidFill>
                <a:latin typeface="Calibri"/>
                <a:ea typeface="Calibri"/>
                <a:cs typeface="Calibri"/>
              </a:defRPr>
            </a:lvl7pPr>
            <a:lvl8pPr algn="l">
              <a:defRPr sz="2625" b="1">
                <a:solidFill>
                  <a:srgbClr val="087E8B"/>
                </a:solidFill>
                <a:latin typeface="Calibri"/>
                <a:ea typeface="Calibri"/>
                <a:cs typeface="Calibri"/>
              </a:defRPr>
            </a:lvl8pPr>
            <a:lvl9pPr algn="l">
              <a:defRPr sz="2625" b="1">
                <a:solidFill>
                  <a:srgbClr val="087E8B"/>
                </a:solidFill>
                <a:latin typeface="Calibri"/>
                <a:ea typeface="Calibri"/>
                <a:cs typeface="Calibri"/>
              </a:defRPr>
            </a:lvl9pPr>
          </a:lstStyle>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Memahami</a:t>
            </a:r>
          </a:p>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peserta didik</a:t>
            </a:r>
          </a:p>
        </p:txBody>
      </p:sp>
      <p:sp>
        <p:nvSpPr>
          <p:cNvPr id="5" name="Setiap murid memiliki kesiapan yang berbeda. Saya perlu mengenali titi">
            <a:extLst xmlns:a="http://schemas.openxmlformats.org/drawingml/2006/main">
              <a:ext uri="{FF2B5EF4-FFF2-40B4-BE49-F238E27FC236}">
                <a16:creationId xmlns:a16="http://schemas.microsoft.com/office/drawing/2014/main" id="{AF9AEA35-8605-4C6B-B18F-1F070BE5D247}"/>
              </a:ext>
            </a:extLst>
          </p:cNvPr>
          <p:cNvSpPr>
            <a:spLocks xmlns:a="http://schemas.openxmlformats.org/drawingml/2006/main" noGrp="1"/>
          </p:cNvSpPr>
          <p:nvPr/>
        </p:nvSpPr>
        <p:spPr>
          <a:xfrm xmlns:a="http://schemas.openxmlformats.org/drawingml/2006/main">
            <a:off x="3762375" y="1971675"/>
            <a:ext cx="78486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Setiap murid memiliki kesiapan yang berbeda.</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Saya perlu mengenali titik awal mereka sebelum</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menentukan tugas dan bantuan.</a:t>
            </a:r>
          </a:p>
        </p:txBody>
      </p:sp>
      <p:sp>
        <p:nvSpPr>
          <p:cNvPr id="6" name="Pemisah baris">
            <a:extLst xmlns:a="http://schemas.openxmlformats.org/drawingml/2006/main">
              <a:ext uri="{FF2B5EF4-FFF2-40B4-BE49-F238E27FC236}">
                <a16:creationId xmlns:a16="http://schemas.microsoft.com/office/drawing/2014/main" id="{17FEA427-12AF-4B0F-918F-EAC2FCBC2847}"/>
              </a:ext>
            </a:extLst>
          </p:cNvPr>
          <p:cNvSpPr>
            <a:spLocks xmlns:a="http://schemas.openxmlformats.org/drawingml/2006/main" noGrp="1"/>
          </p:cNvSpPr>
          <p:nvPr/>
        </p:nvSpPr>
        <p:spPr>
          <a:xfrm xmlns:a="http://schemas.openxmlformats.org/drawingml/2006/main">
            <a:off x="533400" y="3171825"/>
            <a:ext cx="11125200" cy="19050"/>
          </a:xfrm>
          <a:prstGeom xmlns:a="http://schemas.openxmlformats.org/drawingml/2006/main" prst="rect">
            <a:avLst/>
          </a:prstGeom>
          <a:solidFill xmlns:a="http://schemas.openxmlformats.org/drawingml/2006/main">
            <a:srgbClr val="CDDADC"/>
          </a:solidFill>
          <a:ln xmlns:a="http://schemas.openxmlformats.org/drawingml/2006/main" w="0">
            <a:noFill/>
          </a:ln>
        </p:spPr>
      </p:sp>
      <p:sp>
        <p:nvSpPr>
          <p:cNvPr id="7" name="Pola pikir bertumbuh">
            <a:extLst xmlns:a="http://schemas.openxmlformats.org/drawingml/2006/main">
              <a:ext uri="{FF2B5EF4-FFF2-40B4-BE49-F238E27FC236}">
                <a16:creationId xmlns:a16="http://schemas.microsoft.com/office/drawing/2014/main" id="{0A46821A-EAC6-44A2-800C-7579FA54BD64}"/>
              </a:ext>
            </a:extLst>
          </p:cNvPr>
          <p:cNvSpPr>
            <a:spLocks xmlns:a="http://schemas.openxmlformats.org/drawingml/2006/main" noGrp="1"/>
          </p:cNvSpPr>
          <p:nvPr/>
        </p:nvSpPr>
        <p:spPr>
          <a:xfrm xmlns:a="http://schemas.openxmlformats.org/drawingml/2006/main">
            <a:off x="533400" y="3305175"/>
            <a:ext cx="2914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C8582B"/>
                </a:solidFill>
                <a:latin typeface="Calibri"/>
                <a:ea typeface="Calibri"/>
                <a:cs typeface="Calibri"/>
              </a:defRPr>
            </a:defPPr>
            <a:lvl1pPr algn="l">
              <a:defRPr sz="2625" b="1">
                <a:solidFill>
                  <a:srgbClr val="C8582B"/>
                </a:solidFill>
                <a:latin typeface="Calibri"/>
                <a:ea typeface="Calibri"/>
                <a:cs typeface="Calibri"/>
              </a:defRPr>
            </a:lvl1pPr>
            <a:lvl2pPr algn="l">
              <a:defRPr sz="2625" b="1">
                <a:solidFill>
                  <a:srgbClr val="C8582B"/>
                </a:solidFill>
                <a:latin typeface="Calibri"/>
                <a:ea typeface="Calibri"/>
                <a:cs typeface="Calibri"/>
              </a:defRPr>
            </a:lvl2pPr>
            <a:lvl3pPr algn="l">
              <a:defRPr sz="2625" b="1">
                <a:solidFill>
                  <a:srgbClr val="C8582B"/>
                </a:solidFill>
                <a:latin typeface="Calibri"/>
                <a:ea typeface="Calibri"/>
                <a:cs typeface="Calibri"/>
              </a:defRPr>
            </a:lvl3pPr>
            <a:lvl4pPr algn="l">
              <a:defRPr sz="2625" b="1">
                <a:solidFill>
                  <a:srgbClr val="C8582B"/>
                </a:solidFill>
                <a:latin typeface="Calibri"/>
                <a:ea typeface="Calibri"/>
                <a:cs typeface="Calibri"/>
              </a:defRPr>
            </a:lvl4pPr>
            <a:lvl5pPr algn="l">
              <a:defRPr sz="2625" b="1">
                <a:solidFill>
                  <a:srgbClr val="C8582B"/>
                </a:solidFill>
                <a:latin typeface="Calibri"/>
                <a:ea typeface="Calibri"/>
                <a:cs typeface="Calibri"/>
              </a:defRPr>
            </a:lvl5pPr>
            <a:lvl6pPr algn="l">
              <a:defRPr sz="2625" b="1">
                <a:solidFill>
                  <a:srgbClr val="C8582B"/>
                </a:solidFill>
                <a:latin typeface="Calibri"/>
                <a:ea typeface="Calibri"/>
                <a:cs typeface="Calibri"/>
              </a:defRPr>
            </a:lvl6pPr>
            <a:lvl7pPr algn="l">
              <a:defRPr sz="2625" b="1">
                <a:solidFill>
                  <a:srgbClr val="C8582B"/>
                </a:solidFill>
                <a:latin typeface="Calibri"/>
                <a:ea typeface="Calibri"/>
                <a:cs typeface="Calibri"/>
              </a:defRPr>
            </a:lvl7pPr>
            <a:lvl8pPr algn="l">
              <a:defRPr sz="2625" b="1">
                <a:solidFill>
                  <a:srgbClr val="C8582B"/>
                </a:solidFill>
                <a:latin typeface="Calibri"/>
                <a:ea typeface="Calibri"/>
                <a:cs typeface="Calibri"/>
              </a:defRPr>
            </a:lvl8pPr>
            <a:lvl9pPr algn="l">
              <a:defRPr sz="2625" b="1">
                <a:solidFill>
                  <a:srgbClr val="C8582B"/>
                </a:solidFill>
                <a:latin typeface="Calibri"/>
                <a:ea typeface="Calibri"/>
                <a:cs typeface="Calibri"/>
              </a:defRPr>
            </a:lvl9pPr>
          </a:lstStyle>
          <a:p xmlns:a="http://schemas.openxmlformats.org/drawingml/2006/main">
            <a:pPr algn="l">
              <a:defRPr sz="2625" b="1">
                <a:solidFill>
                  <a:srgbClr val="C8582B"/>
                </a:solidFill>
                <a:latin typeface="Calibri"/>
                <a:ea typeface="Calibri"/>
                <a:cs typeface="Calibri"/>
              </a:defRPr>
            </a:pPr>
            <a:r>
              <a:rPr sz="2625" b="1">
                <a:solidFill>
                  <a:srgbClr val="C8582B"/>
                </a:solidFill>
                <a:latin typeface="Calibri"/>
                <a:ea typeface="Calibri"/>
                <a:cs typeface="Calibri"/>
              </a:rPr>
              <a:t>Pola pikir</a:t>
            </a:r>
          </a:p>
          <a:p xmlns:a="http://schemas.openxmlformats.org/drawingml/2006/main">
            <a:pPr algn="l">
              <a:defRPr sz="2625" b="1">
                <a:solidFill>
                  <a:srgbClr val="C8582B"/>
                </a:solidFill>
                <a:latin typeface="Calibri"/>
                <a:ea typeface="Calibri"/>
                <a:cs typeface="Calibri"/>
              </a:defRPr>
            </a:pPr>
            <a:r>
              <a:rPr sz="2625" b="1">
                <a:solidFill>
                  <a:srgbClr val="C8582B"/>
                </a:solidFill>
                <a:latin typeface="Calibri"/>
                <a:ea typeface="Calibri"/>
                <a:cs typeface="Calibri"/>
              </a:rPr>
              <a:t>bertumbuh</a:t>
            </a:r>
          </a:p>
        </p:txBody>
      </p:sp>
      <p:sp>
        <p:nvSpPr>
          <p:cNvPr id="8" name="Kesalahan memberi informasi tentang kesulitan belajar. Saya perlu meni">
            <a:extLst xmlns:a="http://schemas.openxmlformats.org/drawingml/2006/main">
              <a:ext uri="{FF2B5EF4-FFF2-40B4-BE49-F238E27FC236}">
                <a16:creationId xmlns:a16="http://schemas.microsoft.com/office/drawing/2014/main" id="{34BBD435-7C35-43D5-BA75-2C48E731AAC1}"/>
              </a:ext>
            </a:extLst>
          </p:cNvPr>
          <p:cNvSpPr>
            <a:spLocks xmlns:a="http://schemas.openxmlformats.org/drawingml/2006/main" noGrp="1"/>
          </p:cNvSpPr>
          <p:nvPr/>
        </p:nvSpPr>
        <p:spPr>
          <a:xfrm xmlns:a="http://schemas.openxmlformats.org/drawingml/2006/main">
            <a:off x="3762375" y="3305175"/>
            <a:ext cx="78486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Kesalahan memberi informasi tentang kesulitan belajar.</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Saya perlu meninjau bantuan dan memberi kesempatan</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untuk mencoba kembali.</a:t>
            </a:r>
          </a:p>
        </p:txBody>
      </p:sp>
      <p:sp>
        <p:nvSpPr>
          <p:cNvPr id="9" name="Pemisah baris">
            <a:extLst xmlns:a="http://schemas.openxmlformats.org/drawingml/2006/main">
              <a:ext uri="{FF2B5EF4-FFF2-40B4-BE49-F238E27FC236}">
                <a16:creationId xmlns:a16="http://schemas.microsoft.com/office/drawing/2014/main" id="{45D89FC1-4D3D-4C10-ADF2-E523818E686F}"/>
              </a:ext>
            </a:extLst>
          </p:cNvPr>
          <p:cNvSpPr>
            <a:spLocks xmlns:a="http://schemas.openxmlformats.org/drawingml/2006/main" noGrp="1"/>
          </p:cNvSpPr>
          <p:nvPr/>
        </p:nvSpPr>
        <p:spPr>
          <a:xfrm xmlns:a="http://schemas.openxmlformats.org/drawingml/2006/main">
            <a:off x="533400" y="4505325"/>
            <a:ext cx="11125200" cy="19050"/>
          </a:xfrm>
          <a:prstGeom xmlns:a="http://schemas.openxmlformats.org/drawingml/2006/main" prst="rect">
            <a:avLst/>
          </a:prstGeom>
          <a:solidFill xmlns:a="http://schemas.openxmlformats.org/drawingml/2006/main">
            <a:srgbClr val="CDDADC"/>
          </a:solidFill>
          <a:ln xmlns:a="http://schemas.openxmlformats.org/drawingml/2006/main" w="0">
            <a:noFill/>
          </a:ln>
        </p:spPr>
      </p:sp>
      <p:sp>
        <p:nvSpPr>
          <p:cNvPr id="10" name="Merancang dan menilai belajar">
            <a:extLst xmlns:a="http://schemas.openxmlformats.org/drawingml/2006/main">
              <a:ext uri="{FF2B5EF4-FFF2-40B4-BE49-F238E27FC236}">
                <a16:creationId xmlns:a16="http://schemas.microsoft.com/office/drawing/2014/main" id="{8C63F223-7A17-410B-8476-4000C2689395}"/>
              </a:ext>
            </a:extLst>
          </p:cNvPr>
          <p:cNvSpPr>
            <a:spLocks xmlns:a="http://schemas.openxmlformats.org/drawingml/2006/main" noGrp="1"/>
          </p:cNvSpPr>
          <p:nvPr/>
        </p:nvSpPr>
        <p:spPr>
          <a:xfrm xmlns:a="http://schemas.openxmlformats.org/drawingml/2006/main">
            <a:off x="533400" y="4638675"/>
            <a:ext cx="2914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E8B"/>
                </a:solidFill>
                <a:latin typeface="Calibri"/>
                <a:ea typeface="Calibri"/>
                <a:cs typeface="Calibri"/>
              </a:defRPr>
            </a:defPPr>
            <a:lvl1pPr algn="l">
              <a:defRPr sz="2625" b="1">
                <a:solidFill>
                  <a:srgbClr val="087E8B"/>
                </a:solidFill>
                <a:latin typeface="Calibri"/>
                <a:ea typeface="Calibri"/>
                <a:cs typeface="Calibri"/>
              </a:defRPr>
            </a:lvl1pPr>
            <a:lvl2pPr algn="l">
              <a:defRPr sz="2625" b="1">
                <a:solidFill>
                  <a:srgbClr val="087E8B"/>
                </a:solidFill>
                <a:latin typeface="Calibri"/>
                <a:ea typeface="Calibri"/>
                <a:cs typeface="Calibri"/>
              </a:defRPr>
            </a:lvl2pPr>
            <a:lvl3pPr algn="l">
              <a:defRPr sz="2625" b="1">
                <a:solidFill>
                  <a:srgbClr val="087E8B"/>
                </a:solidFill>
                <a:latin typeface="Calibri"/>
                <a:ea typeface="Calibri"/>
                <a:cs typeface="Calibri"/>
              </a:defRPr>
            </a:lvl3pPr>
            <a:lvl4pPr algn="l">
              <a:defRPr sz="2625" b="1">
                <a:solidFill>
                  <a:srgbClr val="087E8B"/>
                </a:solidFill>
                <a:latin typeface="Calibri"/>
                <a:ea typeface="Calibri"/>
                <a:cs typeface="Calibri"/>
              </a:defRPr>
            </a:lvl4pPr>
            <a:lvl5pPr algn="l">
              <a:defRPr sz="2625" b="1">
                <a:solidFill>
                  <a:srgbClr val="087E8B"/>
                </a:solidFill>
                <a:latin typeface="Calibri"/>
                <a:ea typeface="Calibri"/>
                <a:cs typeface="Calibri"/>
              </a:defRPr>
            </a:lvl5pPr>
            <a:lvl6pPr algn="l">
              <a:defRPr sz="2625" b="1">
                <a:solidFill>
                  <a:srgbClr val="087E8B"/>
                </a:solidFill>
                <a:latin typeface="Calibri"/>
                <a:ea typeface="Calibri"/>
                <a:cs typeface="Calibri"/>
              </a:defRPr>
            </a:lvl6pPr>
            <a:lvl7pPr algn="l">
              <a:defRPr sz="2625" b="1">
                <a:solidFill>
                  <a:srgbClr val="087E8B"/>
                </a:solidFill>
                <a:latin typeface="Calibri"/>
                <a:ea typeface="Calibri"/>
                <a:cs typeface="Calibri"/>
              </a:defRPr>
            </a:lvl7pPr>
            <a:lvl8pPr algn="l">
              <a:defRPr sz="2625" b="1">
                <a:solidFill>
                  <a:srgbClr val="087E8B"/>
                </a:solidFill>
                <a:latin typeface="Calibri"/>
                <a:ea typeface="Calibri"/>
                <a:cs typeface="Calibri"/>
              </a:defRPr>
            </a:lvl8pPr>
            <a:lvl9pPr algn="l">
              <a:defRPr sz="2625" b="1">
                <a:solidFill>
                  <a:srgbClr val="087E8B"/>
                </a:solidFill>
                <a:latin typeface="Calibri"/>
                <a:ea typeface="Calibri"/>
                <a:cs typeface="Calibri"/>
              </a:defRPr>
            </a:lvl9pPr>
          </a:lstStyle>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Merancang dan</a:t>
            </a:r>
          </a:p>
          <a:p xmlns:a="http://schemas.openxmlformats.org/drawingml/2006/main">
            <a:pPr algn="l">
              <a:defRPr sz="2625" b="1">
                <a:solidFill>
                  <a:srgbClr val="087E8B"/>
                </a:solidFill>
                <a:latin typeface="Calibri"/>
                <a:ea typeface="Calibri"/>
                <a:cs typeface="Calibri"/>
              </a:defRPr>
            </a:pPr>
            <a:r>
              <a:rPr sz="2625" b="1">
                <a:solidFill>
                  <a:srgbClr val="087E8B"/>
                </a:solidFill>
                <a:latin typeface="Calibri"/>
                <a:ea typeface="Calibri"/>
                <a:cs typeface="Calibri"/>
              </a:rPr>
              <a:t>menilai belajar</a:t>
            </a:r>
          </a:p>
        </p:txBody>
      </p:sp>
      <p:sp>
        <p:nvSpPr>
          <p:cNvPr id="11" name="Tujuan, aktivitas, dan bukti belajar perlu selaras. Saya perlu memerik">
            <a:extLst xmlns:a="http://schemas.openxmlformats.org/drawingml/2006/main">
              <a:ext uri="{FF2B5EF4-FFF2-40B4-BE49-F238E27FC236}">
                <a16:creationId xmlns:a16="http://schemas.microsoft.com/office/drawing/2014/main" id="{75E14DE6-4AB9-4A95-8505-FF01FA493758}"/>
              </a:ext>
            </a:extLst>
          </p:cNvPr>
          <p:cNvSpPr>
            <a:spLocks xmlns:a="http://schemas.openxmlformats.org/drawingml/2006/main" noGrp="1"/>
          </p:cNvSpPr>
          <p:nvPr/>
        </p:nvSpPr>
        <p:spPr>
          <a:xfrm xmlns:a="http://schemas.openxmlformats.org/drawingml/2006/main">
            <a:off x="3762375" y="4638675"/>
            <a:ext cx="78486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Tujuan, aktivitas, dan bukti belajar perlu selaras.</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Saya perlu memeriksa pemahaman, selain memastikan</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materi selesai disampaikan.</a:t>
            </a:r>
          </a:p>
        </p:txBody>
      </p:sp>
      <p:sp>
        <p:nvSpPr>
          <p:cNvPr id="12" name="Makna bagi saya: guru menuntun proses belajar secara sadar.">
            <a:extLst xmlns:a="http://schemas.openxmlformats.org/drawingml/2006/main">
              <a:ext uri="{FF2B5EF4-FFF2-40B4-BE49-F238E27FC236}">
                <a16:creationId xmlns:a16="http://schemas.microsoft.com/office/drawing/2014/main" id="{41F93CEB-2029-4610-8278-E1DD72B65A9E}"/>
              </a:ext>
            </a:extLst>
          </p:cNvPr>
          <p:cNvSpPr>
            <a:spLocks xmlns:a="http://schemas.openxmlformats.org/drawingml/2006/main" noGrp="1"/>
          </p:cNvSpPr>
          <p:nvPr/>
        </p:nvSpPr>
        <p:spPr>
          <a:xfrm xmlns:a="http://schemas.openxmlformats.org/drawingml/2006/main">
            <a:off x="533400" y="6200775"/>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C8582B"/>
                </a:solidFill>
                <a:latin typeface="Calibri"/>
                <a:ea typeface="Calibri"/>
                <a:cs typeface="Calibri"/>
              </a:defRPr>
            </a:defPPr>
            <a:lvl1pPr algn="l">
              <a:defRPr sz="2325" b="1">
                <a:solidFill>
                  <a:srgbClr val="C8582B"/>
                </a:solidFill>
                <a:latin typeface="Calibri"/>
                <a:ea typeface="Calibri"/>
                <a:cs typeface="Calibri"/>
              </a:defRPr>
            </a:lvl1pPr>
            <a:lvl2pPr algn="l">
              <a:defRPr sz="2325" b="1">
                <a:solidFill>
                  <a:srgbClr val="C8582B"/>
                </a:solidFill>
                <a:latin typeface="Calibri"/>
                <a:ea typeface="Calibri"/>
                <a:cs typeface="Calibri"/>
              </a:defRPr>
            </a:lvl2pPr>
            <a:lvl3pPr algn="l">
              <a:defRPr sz="2325" b="1">
                <a:solidFill>
                  <a:srgbClr val="C8582B"/>
                </a:solidFill>
                <a:latin typeface="Calibri"/>
                <a:ea typeface="Calibri"/>
                <a:cs typeface="Calibri"/>
              </a:defRPr>
            </a:lvl3pPr>
            <a:lvl4pPr algn="l">
              <a:defRPr sz="2325" b="1">
                <a:solidFill>
                  <a:srgbClr val="C8582B"/>
                </a:solidFill>
                <a:latin typeface="Calibri"/>
                <a:ea typeface="Calibri"/>
                <a:cs typeface="Calibri"/>
              </a:defRPr>
            </a:lvl4pPr>
            <a:lvl5pPr algn="l">
              <a:defRPr sz="2325" b="1">
                <a:solidFill>
                  <a:srgbClr val="C8582B"/>
                </a:solidFill>
                <a:latin typeface="Calibri"/>
                <a:ea typeface="Calibri"/>
                <a:cs typeface="Calibri"/>
              </a:defRPr>
            </a:lvl5pPr>
            <a:lvl6pPr algn="l">
              <a:defRPr sz="2325" b="1">
                <a:solidFill>
                  <a:srgbClr val="C8582B"/>
                </a:solidFill>
                <a:latin typeface="Calibri"/>
                <a:ea typeface="Calibri"/>
                <a:cs typeface="Calibri"/>
              </a:defRPr>
            </a:lvl6pPr>
            <a:lvl7pPr algn="l">
              <a:defRPr sz="2325" b="1">
                <a:solidFill>
                  <a:srgbClr val="C8582B"/>
                </a:solidFill>
                <a:latin typeface="Calibri"/>
                <a:ea typeface="Calibri"/>
                <a:cs typeface="Calibri"/>
              </a:defRPr>
            </a:lvl7pPr>
            <a:lvl8pPr algn="l">
              <a:defRPr sz="2325" b="1">
                <a:solidFill>
                  <a:srgbClr val="C8582B"/>
                </a:solidFill>
                <a:latin typeface="Calibri"/>
                <a:ea typeface="Calibri"/>
                <a:cs typeface="Calibri"/>
              </a:defRPr>
            </a:lvl8pPr>
            <a:lvl9pPr algn="l">
              <a:defRPr sz="2325" b="1">
                <a:solidFill>
                  <a:srgbClr val="C8582B"/>
                </a:solidFill>
                <a:latin typeface="Calibri"/>
                <a:ea typeface="Calibri"/>
                <a:cs typeface="Calibri"/>
              </a:defRPr>
            </a:lvl9pPr>
          </a:lstStyle>
          <a:p xmlns:a="http://schemas.openxmlformats.org/drawingml/2006/main">
            <a:pPr algn="l">
              <a:defRPr sz="2325" b="1">
                <a:solidFill>
                  <a:srgbClr val="C8582B"/>
                </a:solidFill>
                <a:latin typeface="Calibri"/>
                <a:ea typeface="Calibri"/>
                <a:cs typeface="Calibri"/>
              </a:defRPr>
            </a:pPr>
            <a:r>
              <a:rPr sz="2325" b="1">
                <a:solidFill>
                  <a:srgbClr val="C8582B"/>
                </a:solidFill>
                <a:latin typeface="Calibri"/>
                <a:ea typeface="Calibri"/>
                <a:cs typeface="Calibri"/>
              </a:rPr>
              <a:t>Makna bagi saya: guru menuntun proses belajar secara sadar.</a:t>
            </a:r>
          </a:p>
        </p:txBody>
      </p:sp>
    </p:spTree>
    <p:extLst>
      <p:ext uri="{BB962C8B-B14F-4D97-AF65-F5344CB8AC3E}">
        <p14:creationId xmlns:p14="http://schemas.microsoft.com/office/powerpoint/2010/main" val="1528286634"/>
      </p:ext>
    </p:extLst>
  </p:cSld>
</p:sld>
</file>

<file path=ppt/slides/slide4.xml><?xml version="1.0" encoding="utf-8"?>
<p:sld xmlns:p="http://schemas.openxmlformats.org/presentationml/2006/main">
  <p:cSld>
    <p:bg>
      <p:bgPr>
        <a:solidFill xmlns:a="http://schemas.openxmlformats.org/drawingml/2006/main">
          <a:srgbClr val="E6F1F2"/>
        </a:solidFill>
      </p:bgPr>
    </p:bg>
    <p:spTree>
      <p:nvGrpSpPr>
        <p:cNvPr id="1" name=""/>
        <p:cNvGrpSpPr/>
        <p:nvPr/>
      </p:nvGrpSpPr>
      <p:grpSpPr>
        <a:xfrm xmlns:a="http://schemas.openxmlformats.org/drawingml/2006/main"/>
      </p:grpSpPr>
      <p:sp>
        <p:nvSpPr>
          <p:cNvPr id="10" name="Semester 2: belajar mendampingi dan mengembangkan pembelajaran">
            <a:extLst xmlns:a="http://schemas.openxmlformats.org/drawingml/2006/main">
              <a:ext uri="{FF2B5EF4-FFF2-40B4-BE49-F238E27FC236}">
                <a16:creationId xmlns:a16="http://schemas.microsoft.com/office/drawing/2014/main" id="{FC8886C4-F200-48EB-B921-212926D9D6D6}"/>
              </a:ext>
            </a:extLst>
          </p:cNvPr>
          <p:cNvSpPr>
            <a:spLocks xmlns:a="http://schemas.openxmlformats.org/drawingml/2006/main" noGrp="1"/>
          </p:cNvSpPr>
          <p:nvPr/>
        </p:nvSpPr>
        <p:spPr>
          <a:xfrm xmlns:a="http://schemas.openxmlformats.org/drawingml/2006/main">
            <a:off x="533400" y="438150"/>
            <a:ext cx="11125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102A43"/>
                </a:solidFill>
                <a:latin typeface="Calibri"/>
                <a:ea typeface="Calibri"/>
                <a:cs typeface="Calibri"/>
              </a:defRPr>
            </a:defPPr>
            <a:lvl1pPr algn="l">
              <a:defRPr sz="3825" b="1">
                <a:solidFill>
                  <a:srgbClr val="102A43"/>
                </a:solidFill>
                <a:latin typeface="Calibri"/>
                <a:ea typeface="Calibri"/>
                <a:cs typeface="Calibri"/>
              </a:defRPr>
            </a:lvl1pPr>
            <a:lvl2pPr algn="l">
              <a:defRPr sz="3825" b="1">
                <a:solidFill>
                  <a:srgbClr val="102A43"/>
                </a:solidFill>
                <a:latin typeface="Calibri"/>
                <a:ea typeface="Calibri"/>
                <a:cs typeface="Calibri"/>
              </a:defRPr>
            </a:lvl2pPr>
            <a:lvl3pPr algn="l">
              <a:defRPr sz="3825" b="1">
                <a:solidFill>
                  <a:srgbClr val="102A43"/>
                </a:solidFill>
                <a:latin typeface="Calibri"/>
                <a:ea typeface="Calibri"/>
                <a:cs typeface="Calibri"/>
              </a:defRPr>
            </a:lvl3pPr>
            <a:lvl4pPr algn="l">
              <a:defRPr sz="3825" b="1">
                <a:solidFill>
                  <a:srgbClr val="102A43"/>
                </a:solidFill>
                <a:latin typeface="Calibri"/>
                <a:ea typeface="Calibri"/>
                <a:cs typeface="Calibri"/>
              </a:defRPr>
            </a:lvl4pPr>
            <a:lvl5pPr algn="l">
              <a:defRPr sz="3825" b="1">
                <a:solidFill>
                  <a:srgbClr val="102A43"/>
                </a:solidFill>
                <a:latin typeface="Calibri"/>
                <a:ea typeface="Calibri"/>
                <a:cs typeface="Calibri"/>
              </a:defRPr>
            </a:lvl5pPr>
            <a:lvl6pPr algn="l">
              <a:defRPr sz="3825" b="1">
                <a:solidFill>
                  <a:srgbClr val="102A43"/>
                </a:solidFill>
                <a:latin typeface="Calibri"/>
                <a:ea typeface="Calibri"/>
                <a:cs typeface="Calibri"/>
              </a:defRPr>
            </a:lvl6pPr>
            <a:lvl7pPr algn="l">
              <a:defRPr sz="3825" b="1">
                <a:solidFill>
                  <a:srgbClr val="102A43"/>
                </a:solidFill>
                <a:latin typeface="Calibri"/>
                <a:ea typeface="Calibri"/>
                <a:cs typeface="Calibri"/>
              </a:defRPr>
            </a:lvl7pPr>
            <a:lvl8pPr algn="l">
              <a:defRPr sz="3825" b="1">
                <a:solidFill>
                  <a:srgbClr val="102A43"/>
                </a:solidFill>
                <a:latin typeface="Calibri"/>
                <a:ea typeface="Calibri"/>
                <a:cs typeface="Calibri"/>
              </a:defRPr>
            </a:lvl8pPr>
            <a:lvl9pPr algn="l">
              <a:defRPr sz="3825" b="1">
                <a:solidFill>
                  <a:srgbClr val="102A43"/>
                </a:solidFill>
                <a:latin typeface="Calibri"/>
                <a:ea typeface="Calibri"/>
                <a:cs typeface="Calibri"/>
              </a:defRPr>
            </a:lvl9pPr>
          </a:lstStyle>
          <a:p xmlns:a="http://schemas.openxmlformats.org/drawingml/2006/main">
            <a:pPr algn="l">
              <a:defRPr sz="3825" b="1">
                <a:solidFill>
                  <a:srgbClr val="102A43"/>
                </a:solidFill>
                <a:latin typeface="Calibri"/>
                <a:ea typeface="Calibri"/>
                <a:cs typeface="Calibri"/>
              </a:defRPr>
            </a:pPr>
            <a:r>
              <a:rPr sz="3825" b="1">
                <a:solidFill>
                  <a:srgbClr val="102A43"/>
                </a:solidFill>
                <a:latin typeface="Calibri"/>
                <a:ea typeface="Calibri"/>
                <a:cs typeface="Calibri"/>
              </a:rPr>
              <a:t>Semester 2: belajar mendampingi</a:t>
            </a:r>
          </a:p>
          <a:p xmlns:a="http://schemas.openxmlformats.org/drawingml/2006/main">
            <a:pPr algn="l">
              <a:defRPr sz="3825" b="1">
                <a:solidFill>
                  <a:srgbClr val="102A43"/>
                </a:solidFill>
                <a:latin typeface="Calibri"/>
                <a:ea typeface="Calibri"/>
                <a:cs typeface="Calibri"/>
              </a:defRPr>
            </a:pPr>
            <a:r>
              <a:rPr sz="3825" b="1">
                <a:solidFill>
                  <a:srgbClr val="102A43"/>
                </a:solidFill>
                <a:latin typeface="Calibri"/>
                <a:ea typeface="Calibri"/>
                <a:cs typeface="Calibri"/>
              </a:rPr>
              <a:t>dan mengembangkan pembelajaran</a:t>
            </a:r>
          </a:p>
        </p:txBody>
      </p:sp>
      <p:sp>
        <p:nvSpPr>
          <p:cNvPr id="2" name="04">
            <a:extLst xmlns:a="http://schemas.openxmlformats.org/drawingml/2006/main">
              <a:ext uri="{FF2B5EF4-FFF2-40B4-BE49-F238E27FC236}">
                <a16:creationId xmlns:a16="http://schemas.microsoft.com/office/drawing/2014/main" id="{B2E97892-1CD0-4E79-BA52-FDA509973933}"/>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04</a:t>
            </a:r>
          </a:p>
        </p:txBody>
      </p:sp>
      <p:sp>
        <p:nvSpPr>
          <p:cNvPr id="3" name="PSE dan rasa aman">
            <a:extLst xmlns:a="http://schemas.openxmlformats.org/drawingml/2006/main">
              <a:ext uri="{FF2B5EF4-FFF2-40B4-BE49-F238E27FC236}">
                <a16:creationId xmlns:a16="http://schemas.microsoft.com/office/drawing/2014/main" id="{C6FF54B7-39B0-482B-B341-FFAC6735AEAA}"/>
              </a:ext>
            </a:extLst>
          </p:cNvPr>
          <p:cNvSpPr>
            <a:spLocks xmlns:a="http://schemas.openxmlformats.org/drawingml/2006/main" noGrp="1"/>
          </p:cNvSpPr>
          <p:nvPr/>
        </p:nvSpPr>
        <p:spPr>
          <a:xfrm xmlns:a="http://schemas.openxmlformats.org/drawingml/2006/main">
            <a:off x="533400" y="24765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E8B"/>
                </a:solidFill>
                <a:latin typeface="Calibri"/>
                <a:ea typeface="Calibri"/>
                <a:cs typeface="Calibri"/>
              </a:defRPr>
            </a:defPPr>
            <a:lvl1pPr algn="l">
              <a:defRPr sz="2550" b="1">
                <a:solidFill>
                  <a:srgbClr val="087E8B"/>
                </a:solidFill>
                <a:latin typeface="Calibri"/>
                <a:ea typeface="Calibri"/>
                <a:cs typeface="Calibri"/>
              </a:defRPr>
            </a:lvl1pPr>
            <a:lvl2pPr algn="l">
              <a:defRPr sz="2550" b="1">
                <a:solidFill>
                  <a:srgbClr val="087E8B"/>
                </a:solidFill>
                <a:latin typeface="Calibri"/>
                <a:ea typeface="Calibri"/>
                <a:cs typeface="Calibri"/>
              </a:defRPr>
            </a:lvl2pPr>
            <a:lvl3pPr algn="l">
              <a:defRPr sz="2550" b="1">
                <a:solidFill>
                  <a:srgbClr val="087E8B"/>
                </a:solidFill>
                <a:latin typeface="Calibri"/>
                <a:ea typeface="Calibri"/>
                <a:cs typeface="Calibri"/>
              </a:defRPr>
            </a:lvl3pPr>
            <a:lvl4pPr algn="l">
              <a:defRPr sz="2550" b="1">
                <a:solidFill>
                  <a:srgbClr val="087E8B"/>
                </a:solidFill>
                <a:latin typeface="Calibri"/>
                <a:ea typeface="Calibri"/>
                <a:cs typeface="Calibri"/>
              </a:defRPr>
            </a:lvl4pPr>
            <a:lvl5pPr algn="l">
              <a:defRPr sz="2550" b="1">
                <a:solidFill>
                  <a:srgbClr val="087E8B"/>
                </a:solidFill>
                <a:latin typeface="Calibri"/>
                <a:ea typeface="Calibri"/>
                <a:cs typeface="Calibri"/>
              </a:defRPr>
            </a:lvl5pPr>
            <a:lvl6pPr algn="l">
              <a:defRPr sz="2550" b="1">
                <a:solidFill>
                  <a:srgbClr val="087E8B"/>
                </a:solidFill>
                <a:latin typeface="Calibri"/>
                <a:ea typeface="Calibri"/>
                <a:cs typeface="Calibri"/>
              </a:defRPr>
            </a:lvl6pPr>
            <a:lvl7pPr algn="l">
              <a:defRPr sz="2550" b="1">
                <a:solidFill>
                  <a:srgbClr val="087E8B"/>
                </a:solidFill>
                <a:latin typeface="Calibri"/>
                <a:ea typeface="Calibri"/>
                <a:cs typeface="Calibri"/>
              </a:defRPr>
            </a:lvl7pPr>
            <a:lvl8pPr algn="l">
              <a:defRPr sz="2550" b="1">
                <a:solidFill>
                  <a:srgbClr val="087E8B"/>
                </a:solidFill>
                <a:latin typeface="Calibri"/>
                <a:ea typeface="Calibri"/>
                <a:cs typeface="Calibri"/>
              </a:defRPr>
            </a:lvl8pPr>
            <a:lvl9pPr algn="l">
              <a:defRPr sz="2550" b="1">
                <a:solidFill>
                  <a:srgbClr val="087E8B"/>
                </a:solidFill>
                <a:latin typeface="Calibri"/>
                <a:ea typeface="Calibri"/>
                <a:cs typeface="Calibri"/>
              </a:defRPr>
            </a:lvl9pPr>
          </a:lstStyle>
          <a:p xmlns:a="http://schemas.openxmlformats.org/drawingml/2006/main">
            <a:pPr algn="l">
              <a:defRPr sz="2550" b="1">
                <a:solidFill>
                  <a:srgbClr val="087E8B"/>
                </a:solidFill>
                <a:latin typeface="Calibri"/>
                <a:ea typeface="Calibri"/>
                <a:cs typeface="Calibri"/>
              </a:defRPr>
            </a:pPr>
            <a:r>
              <a:rPr sz="2550" b="1">
                <a:solidFill>
                  <a:srgbClr val="087E8B"/>
                </a:solidFill>
                <a:latin typeface="Calibri"/>
                <a:ea typeface="Calibri"/>
                <a:cs typeface="Calibri"/>
              </a:rPr>
              <a:t>PSE dan rasa aman</a:t>
            </a:r>
          </a:p>
        </p:txBody>
      </p:sp>
      <p:sp>
        <p:nvSpPr>
          <p:cNvPr id="4" name="Rasa aman memengaruhi keberanian bertanya. Saya perlu memberi umpan ba">
            <a:extLst xmlns:a="http://schemas.openxmlformats.org/drawingml/2006/main">
              <a:ext uri="{FF2B5EF4-FFF2-40B4-BE49-F238E27FC236}">
                <a16:creationId xmlns:a16="http://schemas.microsoft.com/office/drawing/2014/main" id="{2B0461A1-5D41-442B-B83E-50FCF2052D8E}"/>
              </a:ext>
            </a:extLst>
          </p:cNvPr>
          <p:cNvSpPr>
            <a:spLocks xmlns:a="http://schemas.openxmlformats.org/drawingml/2006/main" noGrp="1"/>
          </p:cNvSpPr>
          <p:nvPr/>
        </p:nvSpPr>
        <p:spPr>
          <a:xfrm xmlns:a="http://schemas.openxmlformats.org/drawingml/2006/main">
            <a:off x="533400" y="3162300"/>
            <a:ext cx="3381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Rasa aman memengaruhi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keberanian bertanya.</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Saya perlu memberi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umpan balik yang jelas</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dan tetap tegas pada K3.</a:t>
            </a:r>
          </a:p>
        </p:txBody>
      </p:sp>
      <p:sp>
        <p:nvSpPr>
          <p:cNvPr id="5" name="Inovasi kejuruan">
            <a:extLst xmlns:a="http://schemas.openxmlformats.org/drawingml/2006/main">
              <a:ext uri="{FF2B5EF4-FFF2-40B4-BE49-F238E27FC236}">
                <a16:creationId xmlns:a16="http://schemas.microsoft.com/office/drawing/2014/main" id="{C0BB9716-78EE-465A-B305-F13EA312813E}"/>
              </a:ext>
            </a:extLst>
          </p:cNvPr>
          <p:cNvSpPr>
            <a:spLocks xmlns:a="http://schemas.openxmlformats.org/drawingml/2006/main" noGrp="1"/>
          </p:cNvSpPr>
          <p:nvPr/>
        </p:nvSpPr>
        <p:spPr>
          <a:xfrm xmlns:a="http://schemas.openxmlformats.org/drawingml/2006/main">
            <a:off x="4400550" y="24765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C8582B"/>
                </a:solidFill>
                <a:latin typeface="Calibri"/>
                <a:ea typeface="Calibri"/>
                <a:cs typeface="Calibri"/>
              </a:defRPr>
            </a:defPPr>
            <a:lvl1pPr algn="l">
              <a:defRPr sz="2550" b="1">
                <a:solidFill>
                  <a:srgbClr val="C8582B"/>
                </a:solidFill>
                <a:latin typeface="Calibri"/>
                <a:ea typeface="Calibri"/>
                <a:cs typeface="Calibri"/>
              </a:defRPr>
            </a:lvl1pPr>
            <a:lvl2pPr algn="l">
              <a:defRPr sz="2550" b="1">
                <a:solidFill>
                  <a:srgbClr val="C8582B"/>
                </a:solidFill>
                <a:latin typeface="Calibri"/>
                <a:ea typeface="Calibri"/>
                <a:cs typeface="Calibri"/>
              </a:defRPr>
            </a:lvl2pPr>
            <a:lvl3pPr algn="l">
              <a:defRPr sz="2550" b="1">
                <a:solidFill>
                  <a:srgbClr val="C8582B"/>
                </a:solidFill>
                <a:latin typeface="Calibri"/>
                <a:ea typeface="Calibri"/>
                <a:cs typeface="Calibri"/>
              </a:defRPr>
            </a:lvl3pPr>
            <a:lvl4pPr algn="l">
              <a:defRPr sz="2550" b="1">
                <a:solidFill>
                  <a:srgbClr val="C8582B"/>
                </a:solidFill>
                <a:latin typeface="Calibri"/>
                <a:ea typeface="Calibri"/>
                <a:cs typeface="Calibri"/>
              </a:defRPr>
            </a:lvl4pPr>
            <a:lvl5pPr algn="l">
              <a:defRPr sz="2550" b="1">
                <a:solidFill>
                  <a:srgbClr val="C8582B"/>
                </a:solidFill>
                <a:latin typeface="Calibri"/>
                <a:ea typeface="Calibri"/>
                <a:cs typeface="Calibri"/>
              </a:defRPr>
            </a:lvl5pPr>
            <a:lvl6pPr algn="l">
              <a:defRPr sz="2550" b="1">
                <a:solidFill>
                  <a:srgbClr val="C8582B"/>
                </a:solidFill>
                <a:latin typeface="Calibri"/>
                <a:ea typeface="Calibri"/>
                <a:cs typeface="Calibri"/>
              </a:defRPr>
            </a:lvl6pPr>
            <a:lvl7pPr algn="l">
              <a:defRPr sz="2550" b="1">
                <a:solidFill>
                  <a:srgbClr val="C8582B"/>
                </a:solidFill>
                <a:latin typeface="Calibri"/>
                <a:ea typeface="Calibri"/>
                <a:cs typeface="Calibri"/>
              </a:defRPr>
            </a:lvl7pPr>
            <a:lvl8pPr algn="l">
              <a:defRPr sz="2550" b="1">
                <a:solidFill>
                  <a:srgbClr val="C8582B"/>
                </a:solidFill>
                <a:latin typeface="Calibri"/>
                <a:ea typeface="Calibri"/>
                <a:cs typeface="Calibri"/>
              </a:defRPr>
            </a:lvl8pPr>
            <a:lvl9pPr algn="l">
              <a:defRPr sz="2550" b="1">
                <a:solidFill>
                  <a:srgbClr val="C8582B"/>
                </a:solidFill>
                <a:latin typeface="Calibri"/>
                <a:ea typeface="Calibri"/>
                <a:cs typeface="Calibri"/>
              </a:defRPr>
            </a:lvl9pPr>
          </a:lstStyle>
          <a:p xmlns:a="http://schemas.openxmlformats.org/drawingml/2006/main">
            <a:pPr algn="l">
              <a:defRPr sz="2550" b="1">
                <a:solidFill>
                  <a:srgbClr val="C8582B"/>
                </a:solidFill>
                <a:latin typeface="Calibri"/>
                <a:ea typeface="Calibri"/>
                <a:cs typeface="Calibri"/>
              </a:defRPr>
            </a:pPr>
            <a:r>
              <a:rPr sz="2550" b="1">
                <a:solidFill>
                  <a:srgbClr val="C8582B"/>
                </a:solidFill>
                <a:latin typeface="Calibri"/>
                <a:ea typeface="Calibri"/>
                <a:cs typeface="Calibri"/>
              </a:rPr>
              <a:t>Inovasi kejuruan</a:t>
            </a:r>
          </a:p>
        </p:txBody>
      </p:sp>
      <p:sp>
        <p:nvSpPr>
          <p:cNvPr id="6" name="Materi perlu dekat dengan proses di bengkel. Simulasi dan buku digital">
            <a:extLst xmlns:a="http://schemas.openxmlformats.org/drawingml/2006/main">
              <a:ext uri="{FF2B5EF4-FFF2-40B4-BE49-F238E27FC236}">
                <a16:creationId xmlns:a16="http://schemas.microsoft.com/office/drawing/2014/main" id="{B7C58A0C-32A7-4DF2-9C93-730CD2CCD11C}"/>
              </a:ext>
            </a:extLst>
          </p:cNvPr>
          <p:cNvSpPr>
            <a:spLocks xmlns:a="http://schemas.openxmlformats.org/drawingml/2006/main" noGrp="1"/>
          </p:cNvSpPr>
          <p:nvPr/>
        </p:nvSpPr>
        <p:spPr>
          <a:xfrm xmlns:a="http://schemas.openxmlformats.org/drawingml/2006/main">
            <a:off x="4400550" y="3162300"/>
            <a:ext cx="3381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Materi perlu dekat dengan</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proses di bengkel.</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Simulasi dan buku digital</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saya arahkan untuk</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mendampingi pemahaman.</a:t>
            </a:r>
          </a:p>
        </p:txBody>
      </p:sp>
      <p:sp>
        <p:nvSpPr>
          <p:cNvPr id="7" name="Kepemimpinan">
            <a:extLst xmlns:a="http://schemas.openxmlformats.org/drawingml/2006/main">
              <a:ext uri="{FF2B5EF4-FFF2-40B4-BE49-F238E27FC236}">
                <a16:creationId xmlns:a16="http://schemas.microsoft.com/office/drawing/2014/main" id="{779B0EB5-3967-438B-8248-27FBB38A44A0}"/>
              </a:ext>
            </a:extLst>
          </p:cNvPr>
          <p:cNvSpPr>
            <a:spLocks xmlns:a="http://schemas.openxmlformats.org/drawingml/2006/main" noGrp="1"/>
          </p:cNvSpPr>
          <p:nvPr/>
        </p:nvSpPr>
        <p:spPr>
          <a:xfrm xmlns:a="http://schemas.openxmlformats.org/drawingml/2006/main">
            <a:off x="8267700" y="24765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E8B"/>
                </a:solidFill>
                <a:latin typeface="Calibri"/>
                <a:ea typeface="Calibri"/>
                <a:cs typeface="Calibri"/>
              </a:defRPr>
            </a:defPPr>
            <a:lvl1pPr algn="l">
              <a:defRPr sz="2550" b="1">
                <a:solidFill>
                  <a:srgbClr val="087E8B"/>
                </a:solidFill>
                <a:latin typeface="Calibri"/>
                <a:ea typeface="Calibri"/>
                <a:cs typeface="Calibri"/>
              </a:defRPr>
            </a:lvl1pPr>
            <a:lvl2pPr algn="l">
              <a:defRPr sz="2550" b="1">
                <a:solidFill>
                  <a:srgbClr val="087E8B"/>
                </a:solidFill>
                <a:latin typeface="Calibri"/>
                <a:ea typeface="Calibri"/>
                <a:cs typeface="Calibri"/>
              </a:defRPr>
            </a:lvl2pPr>
            <a:lvl3pPr algn="l">
              <a:defRPr sz="2550" b="1">
                <a:solidFill>
                  <a:srgbClr val="087E8B"/>
                </a:solidFill>
                <a:latin typeface="Calibri"/>
                <a:ea typeface="Calibri"/>
                <a:cs typeface="Calibri"/>
              </a:defRPr>
            </a:lvl3pPr>
            <a:lvl4pPr algn="l">
              <a:defRPr sz="2550" b="1">
                <a:solidFill>
                  <a:srgbClr val="087E8B"/>
                </a:solidFill>
                <a:latin typeface="Calibri"/>
                <a:ea typeface="Calibri"/>
                <a:cs typeface="Calibri"/>
              </a:defRPr>
            </a:lvl4pPr>
            <a:lvl5pPr algn="l">
              <a:defRPr sz="2550" b="1">
                <a:solidFill>
                  <a:srgbClr val="087E8B"/>
                </a:solidFill>
                <a:latin typeface="Calibri"/>
                <a:ea typeface="Calibri"/>
                <a:cs typeface="Calibri"/>
              </a:defRPr>
            </a:lvl5pPr>
            <a:lvl6pPr algn="l">
              <a:defRPr sz="2550" b="1">
                <a:solidFill>
                  <a:srgbClr val="087E8B"/>
                </a:solidFill>
                <a:latin typeface="Calibri"/>
                <a:ea typeface="Calibri"/>
                <a:cs typeface="Calibri"/>
              </a:defRPr>
            </a:lvl6pPr>
            <a:lvl7pPr algn="l">
              <a:defRPr sz="2550" b="1">
                <a:solidFill>
                  <a:srgbClr val="087E8B"/>
                </a:solidFill>
                <a:latin typeface="Calibri"/>
                <a:ea typeface="Calibri"/>
                <a:cs typeface="Calibri"/>
              </a:defRPr>
            </a:lvl7pPr>
            <a:lvl8pPr algn="l">
              <a:defRPr sz="2550" b="1">
                <a:solidFill>
                  <a:srgbClr val="087E8B"/>
                </a:solidFill>
                <a:latin typeface="Calibri"/>
                <a:ea typeface="Calibri"/>
                <a:cs typeface="Calibri"/>
              </a:defRPr>
            </a:lvl8pPr>
            <a:lvl9pPr algn="l">
              <a:defRPr sz="2550" b="1">
                <a:solidFill>
                  <a:srgbClr val="087E8B"/>
                </a:solidFill>
                <a:latin typeface="Calibri"/>
                <a:ea typeface="Calibri"/>
                <a:cs typeface="Calibri"/>
              </a:defRPr>
            </a:lvl9pPr>
          </a:lstStyle>
          <a:p xmlns:a="http://schemas.openxmlformats.org/drawingml/2006/main">
            <a:pPr algn="l">
              <a:defRPr sz="2550" b="1">
                <a:solidFill>
                  <a:srgbClr val="087E8B"/>
                </a:solidFill>
                <a:latin typeface="Calibri"/>
                <a:ea typeface="Calibri"/>
                <a:cs typeface="Calibri"/>
              </a:defRPr>
            </a:pPr>
            <a:r>
              <a:rPr sz="2550" b="1">
                <a:solidFill>
                  <a:srgbClr val="087E8B"/>
                </a:solidFill>
                <a:latin typeface="Calibri"/>
                <a:ea typeface="Calibri"/>
                <a:cs typeface="Calibri"/>
              </a:rPr>
              <a:t>Kepemimpinan</a:t>
            </a:r>
          </a:p>
        </p:txBody>
      </p:sp>
      <p:sp>
        <p:nvSpPr>
          <p:cNvPr id="8" name="Projek Aksara Jawa memberi ruang belajar komunikasi dan koordinasi. Sa">
            <a:extLst xmlns:a="http://schemas.openxmlformats.org/drawingml/2006/main">
              <a:ext uri="{FF2B5EF4-FFF2-40B4-BE49-F238E27FC236}">
                <a16:creationId xmlns:a16="http://schemas.microsoft.com/office/drawing/2014/main" id="{432B99C1-B7FA-4710-AE71-5083E78AAFAC}"/>
              </a:ext>
            </a:extLst>
          </p:cNvPr>
          <p:cNvSpPr>
            <a:spLocks xmlns:a="http://schemas.openxmlformats.org/drawingml/2006/main" noGrp="1"/>
          </p:cNvSpPr>
          <p:nvPr/>
        </p:nvSpPr>
        <p:spPr>
          <a:xfrm xmlns:a="http://schemas.openxmlformats.org/drawingml/2006/main">
            <a:off x="8267700" y="3162300"/>
            <a:ext cx="3381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Projek Aksara Jawa memberi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ruang belajar komunikasi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dan koordinasi.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Saya perlu peka terhadap</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konteks peserta kegiatan.</a:t>
            </a:r>
          </a:p>
        </p:txBody>
      </p:sp>
      <p:sp>
        <p:nvSpPr>
          <p:cNvPr id="9" name="Kompetensi teknis perlu berjalan bersama kepedulian terhadap peserta d">
            <a:extLst xmlns:a="http://schemas.openxmlformats.org/drawingml/2006/main">
              <a:ext uri="{FF2B5EF4-FFF2-40B4-BE49-F238E27FC236}">
                <a16:creationId xmlns:a16="http://schemas.microsoft.com/office/drawing/2014/main" id="{1A7FD407-8C6F-4F0B-A489-00DA7952B29F}"/>
              </a:ext>
            </a:extLst>
          </p:cNvPr>
          <p:cNvSpPr>
            <a:spLocks xmlns:a="http://schemas.openxmlformats.org/drawingml/2006/main" noGrp="1"/>
          </p:cNvSpPr>
          <p:nvPr/>
        </p:nvSpPr>
        <p:spPr>
          <a:xfrm xmlns:a="http://schemas.openxmlformats.org/drawingml/2006/main">
            <a:off x="533400" y="56959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A43"/>
                </a:solidFill>
                <a:latin typeface="Calibri"/>
                <a:ea typeface="Calibri"/>
                <a:cs typeface="Calibri"/>
              </a:defRPr>
            </a:defPPr>
            <a:lvl1pPr algn="l">
              <a:defRPr sz="2550" b="1">
                <a:solidFill>
                  <a:srgbClr val="102A43"/>
                </a:solidFill>
                <a:latin typeface="Calibri"/>
                <a:ea typeface="Calibri"/>
                <a:cs typeface="Calibri"/>
              </a:defRPr>
            </a:lvl1pPr>
            <a:lvl2pPr algn="l">
              <a:defRPr sz="2550" b="1">
                <a:solidFill>
                  <a:srgbClr val="102A43"/>
                </a:solidFill>
                <a:latin typeface="Calibri"/>
                <a:ea typeface="Calibri"/>
                <a:cs typeface="Calibri"/>
              </a:defRPr>
            </a:lvl2pPr>
            <a:lvl3pPr algn="l">
              <a:defRPr sz="2550" b="1">
                <a:solidFill>
                  <a:srgbClr val="102A43"/>
                </a:solidFill>
                <a:latin typeface="Calibri"/>
                <a:ea typeface="Calibri"/>
                <a:cs typeface="Calibri"/>
              </a:defRPr>
            </a:lvl3pPr>
            <a:lvl4pPr algn="l">
              <a:defRPr sz="2550" b="1">
                <a:solidFill>
                  <a:srgbClr val="102A43"/>
                </a:solidFill>
                <a:latin typeface="Calibri"/>
                <a:ea typeface="Calibri"/>
                <a:cs typeface="Calibri"/>
              </a:defRPr>
            </a:lvl4pPr>
            <a:lvl5pPr algn="l">
              <a:defRPr sz="2550" b="1">
                <a:solidFill>
                  <a:srgbClr val="102A43"/>
                </a:solidFill>
                <a:latin typeface="Calibri"/>
                <a:ea typeface="Calibri"/>
                <a:cs typeface="Calibri"/>
              </a:defRPr>
            </a:lvl5pPr>
            <a:lvl6pPr algn="l">
              <a:defRPr sz="2550" b="1">
                <a:solidFill>
                  <a:srgbClr val="102A43"/>
                </a:solidFill>
                <a:latin typeface="Calibri"/>
                <a:ea typeface="Calibri"/>
                <a:cs typeface="Calibri"/>
              </a:defRPr>
            </a:lvl6pPr>
            <a:lvl7pPr algn="l">
              <a:defRPr sz="2550" b="1">
                <a:solidFill>
                  <a:srgbClr val="102A43"/>
                </a:solidFill>
                <a:latin typeface="Calibri"/>
                <a:ea typeface="Calibri"/>
                <a:cs typeface="Calibri"/>
              </a:defRPr>
            </a:lvl7pPr>
            <a:lvl8pPr algn="l">
              <a:defRPr sz="2550" b="1">
                <a:solidFill>
                  <a:srgbClr val="102A43"/>
                </a:solidFill>
                <a:latin typeface="Calibri"/>
                <a:ea typeface="Calibri"/>
                <a:cs typeface="Calibri"/>
              </a:defRPr>
            </a:lvl8pPr>
            <a:lvl9pPr algn="l">
              <a:defRPr sz="2550" b="1">
                <a:solidFill>
                  <a:srgbClr val="102A43"/>
                </a:solidFill>
                <a:latin typeface="Calibri"/>
                <a:ea typeface="Calibri"/>
                <a:cs typeface="Calibri"/>
              </a:defRPr>
            </a:lvl9pPr>
          </a:lstStyle>
          <a:p xmlns:a="http://schemas.openxmlformats.org/drawingml/2006/main">
            <a:pPr algn="l">
              <a:defRPr sz="2550" b="1">
                <a:solidFill>
                  <a:srgbClr val="102A43"/>
                </a:solidFill>
                <a:latin typeface="Calibri"/>
                <a:ea typeface="Calibri"/>
                <a:cs typeface="Calibri"/>
              </a:defRPr>
            </a:pPr>
            <a:r>
              <a:rPr sz="2550" b="1">
                <a:solidFill>
                  <a:srgbClr val="102A43"/>
                </a:solidFill>
                <a:latin typeface="Calibri"/>
                <a:ea typeface="Calibri"/>
                <a:cs typeface="Calibri"/>
              </a:rPr>
              <a:t>Kompetensi teknis perlu berjalan bersama kepedulian terhadap</a:t>
            </a:r>
          </a:p>
          <a:p xmlns:a="http://schemas.openxmlformats.org/drawingml/2006/main">
            <a:pPr algn="l">
              <a:defRPr sz="2550" b="1">
                <a:solidFill>
                  <a:srgbClr val="102A43"/>
                </a:solidFill>
                <a:latin typeface="Calibri"/>
                <a:ea typeface="Calibri"/>
                <a:cs typeface="Calibri"/>
              </a:defRPr>
            </a:pPr>
            <a:r>
              <a:rPr sz="2550" b="1">
                <a:solidFill>
                  <a:srgbClr val="102A43"/>
                </a:solidFill>
                <a:latin typeface="Calibri"/>
                <a:ea typeface="Calibri"/>
                <a:cs typeface="Calibri"/>
              </a:rPr>
              <a:t>peserta didik dan kemampuan bekerja sama.</a:t>
            </a:r>
          </a:p>
        </p:txBody>
      </p:sp>
    </p:spTree>
    <p:extLst>
      <p:ext uri="{BB962C8B-B14F-4D97-AF65-F5344CB8AC3E}">
        <p14:creationId xmlns:p14="http://schemas.microsoft.com/office/powerpoint/2010/main" val="1309011588"/>
      </p:ext>
    </p:extLst>
  </p:cSld>
</p:sld>
</file>

<file path=ppt/slides/slide5.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14" name="PPL: teori saya diuji melalui praktik">
            <a:extLst xmlns:a="http://schemas.openxmlformats.org/drawingml/2006/main">
              <a:ext uri="{FF2B5EF4-FFF2-40B4-BE49-F238E27FC236}">
                <a16:creationId xmlns:a16="http://schemas.microsoft.com/office/drawing/2014/main" id="{F7F2B6E7-239B-4F2F-A501-6EABC8F2E293}"/>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02A43"/>
                </a:solidFill>
                <a:latin typeface="Calibri"/>
                <a:ea typeface="Calibri"/>
                <a:cs typeface="Calibri"/>
              </a:defRPr>
            </a:defPPr>
            <a:lvl1pPr algn="l">
              <a:defRPr sz="3975" b="1">
                <a:solidFill>
                  <a:srgbClr val="102A43"/>
                </a:solidFill>
                <a:latin typeface="Calibri"/>
                <a:ea typeface="Calibri"/>
                <a:cs typeface="Calibri"/>
              </a:defRPr>
            </a:lvl1pPr>
            <a:lvl2pPr algn="l">
              <a:defRPr sz="3975" b="1">
                <a:solidFill>
                  <a:srgbClr val="102A43"/>
                </a:solidFill>
                <a:latin typeface="Calibri"/>
                <a:ea typeface="Calibri"/>
                <a:cs typeface="Calibri"/>
              </a:defRPr>
            </a:lvl2pPr>
            <a:lvl3pPr algn="l">
              <a:defRPr sz="3975" b="1">
                <a:solidFill>
                  <a:srgbClr val="102A43"/>
                </a:solidFill>
                <a:latin typeface="Calibri"/>
                <a:ea typeface="Calibri"/>
                <a:cs typeface="Calibri"/>
              </a:defRPr>
            </a:lvl3pPr>
            <a:lvl4pPr algn="l">
              <a:defRPr sz="3975" b="1">
                <a:solidFill>
                  <a:srgbClr val="102A43"/>
                </a:solidFill>
                <a:latin typeface="Calibri"/>
                <a:ea typeface="Calibri"/>
                <a:cs typeface="Calibri"/>
              </a:defRPr>
            </a:lvl4pPr>
            <a:lvl5pPr algn="l">
              <a:defRPr sz="3975" b="1">
                <a:solidFill>
                  <a:srgbClr val="102A43"/>
                </a:solidFill>
                <a:latin typeface="Calibri"/>
                <a:ea typeface="Calibri"/>
                <a:cs typeface="Calibri"/>
              </a:defRPr>
            </a:lvl5pPr>
            <a:lvl6pPr algn="l">
              <a:defRPr sz="3975" b="1">
                <a:solidFill>
                  <a:srgbClr val="102A43"/>
                </a:solidFill>
                <a:latin typeface="Calibri"/>
                <a:ea typeface="Calibri"/>
                <a:cs typeface="Calibri"/>
              </a:defRPr>
            </a:lvl6pPr>
            <a:lvl7pPr algn="l">
              <a:defRPr sz="3975" b="1">
                <a:solidFill>
                  <a:srgbClr val="102A43"/>
                </a:solidFill>
                <a:latin typeface="Calibri"/>
                <a:ea typeface="Calibri"/>
                <a:cs typeface="Calibri"/>
              </a:defRPr>
            </a:lvl7pPr>
            <a:lvl8pPr algn="l">
              <a:defRPr sz="3975" b="1">
                <a:solidFill>
                  <a:srgbClr val="102A43"/>
                </a:solidFill>
                <a:latin typeface="Calibri"/>
                <a:ea typeface="Calibri"/>
                <a:cs typeface="Calibri"/>
              </a:defRPr>
            </a:lvl8pPr>
            <a:lvl9pPr algn="l">
              <a:defRPr sz="3975" b="1">
                <a:solidFill>
                  <a:srgbClr val="102A43"/>
                </a:solidFill>
                <a:latin typeface="Calibri"/>
                <a:ea typeface="Calibri"/>
                <a:cs typeface="Calibri"/>
              </a:defRPr>
            </a:lvl9pPr>
          </a:lstStyle>
          <a:p xmlns:a="http://schemas.openxmlformats.org/drawingml/2006/main">
            <a:pPr algn="l">
              <a:defRPr sz="3975" b="1">
                <a:solidFill>
                  <a:srgbClr val="102A43"/>
                </a:solidFill>
                <a:latin typeface="Calibri"/>
                <a:ea typeface="Calibri"/>
                <a:cs typeface="Calibri"/>
              </a:defRPr>
            </a:pPr>
            <a:r>
              <a:rPr sz="3975" b="1">
                <a:solidFill>
                  <a:srgbClr val="102A43"/>
                </a:solidFill>
                <a:latin typeface="Calibri"/>
                <a:ea typeface="Calibri"/>
                <a:cs typeface="Calibri"/>
              </a:rPr>
              <a:t>PPL: teori saya diuji melalui praktik</a:t>
            </a:r>
          </a:p>
        </p:txBody>
      </p:sp>
      <p:sp>
        <p:nvSpPr>
          <p:cNvPr id="2" name="05">
            <a:extLst xmlns:a="http://schemas.openxmlformats.org/drawingml/2006/main">
              <a:ext uri="{FF2B5EF4-FFF2-40B4-BE49-F238E27FC236}">
                <a16:creationId xmlns:a16="http://schemas.microsoft.com/office/drawing/2014/main" id="{92B50D20-F19E-4D91-BA6C-82800E418CBB}"/>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05</a:t>
            </a:r>
          </a:p>
        </p:txBody>
      </p:sp>
      <p:sp>
        <p:nvSpPr>
          <p:cNvPr id="3" name="SMK Negeri 2 Depok Sleman, kelas XI TFLM">
            <a:extLst xmlns:a="http://schemas.openxmlformats.org/drawingml/2006/main">
              <a:ext uri="{FF2B5EF4-FFF2-40B4-BE49-F238E27FC236}">
                <a16:creationId xmlns:a16="http://schemas.microsoft.com/office/drawing/2014/main" id="{C3641D69-FE97-4C02-907D-FC492D92C0FD}"/>
              </a:ext>
            </a:extLst>
          </p:cNvPr>
          <p:cNvSpPr>
            <a:spLocks xmlns:a="http://schemas.openxmlformats.org/drawingml/2006/main" noGrp="1"/>
          </p:cNvSpPr>
          <p:nvPr/>
        </p:nvSpPr>
        <p:spPr>
          <a:xfrm xmlns:a="http://schemas.openxmlformats.org/drawingml/2006/main">
            <a:off x="533400" y="12763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2586B"/>
                </a:solidFill>
                <a:latin typeface="Calibri"/>
                <a:ea typeface="Calibri"/>
                <a:cs typeface="Calibri"/>
              </a:defRPr>
            </a:defPPr>
            <a:lvl1pPr algn="l">
              <a:defRPr sz="2250" b="0">
                <a:solidFill>
                  <a:srgbClr val="42586B"/>
                </a:solidFill>
                <a:latin typeface="Calibri"/>
                <a:ea typeface="Calibri"/>
                <a:cs typeface="Calibri"/>
              </a:defRPr>
            </a:lvl1pPr>
            <a:lvl2pPr algn="l">
              <a:defRPr sz="2250" b="0">
                <a:solidFill>
                  <a:srgbClr val="42586B"/>
                </a:solidFill>
                <a:latin typeface="Calibri"/>
                <a:ea typeface="Calibri"/>
                <a:cs typeface="Calibri"/>
              </a:defRPr>
            </a:lvl2pPr>
            <a:lvl3pPr algn="l">
              <a:defRPr sz="2250" b="0">
                <a:solidFill>
                  <a:srgbClr val="42586B"/>
                </a:solidFill>
                <a:latin typeface="Calibri"/>
                <a:ea typeface="Calibri"/>
                <a:cs typeface="Calibri"/>
              </a:defRPr>
            </a:lvl3pPr>
            <a:lvl4pPr algn="l">
              <a:defRPr sz="2250" b="0">
                <a:solidFill>
                  <a:srgbClr val="42586B"/>
                </a:solidFill>
                <a:latin typeface="Calibri"/>
                <a:ea typeface="Calibri"/>
                <a:cs typeface="Calibri"/>
              </a:defRPr>
            </a:lvl4pPr>
            <a:lvl5pPr algn="l">
              <a:defRPr sz="2250" b="0">
                <a:solidFill>
                  <a:srgbClr val="42586B"/>
                </a:solidFill>
                <a:latin typeface="Calibri"/>
                <a:ea typeface="Calibri"/>
                <a:cs typeface="Calibri"/>
              </a:defRPr>
            </a:lvl5pPr>
            <a:lvl6pPr algn="l">
              <a:defRPr sz="2250" b="0">
                <a:solidFill>
                  <a:srgbClr val="42586B"/>
                </a:solidFill>
                <a:latin typeface="Calibri"/>
                <a:ea typeface="Calibri"/>
                <a:cs typeface="Calibri"/>
              </a:defRPr>
            </a:lvl6pPr>
            <a:lvl7pPr algn="l">
              <a:defRPr sz="2250" b="0">
                <a:solidFill>
                  <a:srgbClr val="42586B"/>
                </a:solidFill>
                <a:latin typeface="Calibri"/>
                <a:ea typeface="Calibri"/>
                <a:cs typeface="Calibri"/>
              </a:defRPr>
            </a:lvl7pPr>
            <a:lvl8pPr algn="l">
              <a:defRPr sz="2250" b="0">
                <a:solidFill>
                  <a:srgbClr val="42586B"/>
                </a:solidFill>
                <a:latin typeface="Calibri"/>
                <a:ea typeface="Calibri"/>
                <a:cs typeface="Calibri"/>
              </a:defRPr>
            </a:lvl8pPr>
            <a:lvl9pPr algn="l">
              <a:defRPr sz="2250" b="0">
                <a:solidFill>
                  <a:srgbClr val="42586B"/>
                </a:solidFill>
                <a:latin typeface="Calibri"/>
                <a:ea typeface="Calibri"/>
                <a:cs typeface="Calibri"/>
              </a:defRPr>
            </a:lvl9pPr>
          </a:lstStyle>
          <a:p xmlns:a="http://schemas.openxmlformats.org/drawingml/2006/main">
            <a:pPr algn="l">
              <a:defRPr sz="2250" b="0">
                <a:solidFill>
                  <a:srgbClr val="42586B"/>
                </a:solidFill>
                <a:latin typeface="Calibri"/>
                <a:ea typeface="Calibri"/>
                <a:cs typeface="Calibri"/>
              </a:defRPr>
            </a:pPr>
            <a:r>
              <a:rPr sz="2250" b="0">
                <a:solidFill>
                  <a:srgbClr val="42586B"/>
                </a:solidFill>
                <a:latin typeface="Calibri"/>
                <a:ea typeface="Calibri"/>
                <a:cs typeface="Calibri"/>
              </a:rPr>
              <a:t>SMK Negeri 2 Depok Sleman, kelas XI TFLM</a:t>
            </a:r>
          </a:p>
        </p:txBody>
      </p:sp>
      <p:sp>
        <p:nvSpPr>
          <p:cNvPr id="4" name="Pemisah refleksi">
            <a:extLst xmlns:a="http://schemas.openxmlformats.org/drawingml/2006/main">
              <a:ext uri="{FF2B5EF4-FFF2-40B4-BE49-F238E27FC236}">
                <a16:creationId xmlns:a16="http://schemas.microsoft.com/office/drawing/2014/main" id="{9175867C-6264-49E6-8E8B-A2474F07E7D8}"/>
              </a:ext>
            </a:extLst>
          </p:cNvPr>
          <p:cNvSpPr>
            <a:spLocks xmlns:a="http://schemas.openxmlformats.org/drawingml/2006/main" noGrp="1"/>
          </p:cNvSpPr>
          <p:nvPr/>
        </p:nvSpPr>
        <p:spPr>
          <a:xfrm xmlns:a="http://schemas.openxmlformats.org/drawingml/2006/main">
            <a:off x="6086475" y="2114550"/>
            <a:ext cx="19050" cy="3619500"/>
          </a:xfrm>
          <a:prstGeom xmlns:a="http://schemas.openxmlformats.org/drawingml/2006/main" prst="rect">
            <a:avLst/>
          </a:prstGeom>
          <a:solidFill xmlns:a="http://schemas.openxmlformats.org/drawingml/2006/main">
            <a:srgbClr val="CDDADC"/>
          </a:solidFill>
          <a:ln xmlns:a="http://schemas.openxmlformats.org/drawingml/2006/main" w="0">
            <a:noFill/>
          </a:ln>
        </p:spPr>
      </p:sp>
      <p:sp>
        <p:nvSpPr>
          <p:cNvPr id="5" name="Connection">
            <a:extLst xmlns:a="http://schemas.openxmlformats.org/drawingml/2006/main">
              <a:ext uri="{FF2B5EF4-FFF2-40B4-BE49-F238E27FC236}">
                <a16:creationId xmlns:a16="http://schemas.microsoft.com/office/drawing/2014/main" id="{711D7FBD-BB78-488B-9424-2C5E5C62D6A5}"/>
              </a:ext>
            </a:extLst>
          </p:cNvPr>
          <p:cNvSpPr>
            <a:spLocks xmlns:a="http://schemas.openxmlformats.org/drawingml/2006/main" noGrp="1"/>
          </p:cNvSpPr>
          <p:nvPr/>
        </p:nvSpPr>
        <p:spPr>
          <a:xfrm xmlns:a="http://schemas.openxmlformats.org/drawingml/2006/main">
            <a:off x="533400" y="2124075"/>
            <a:ext cx="510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87E8B"/>
                </a:solidFill>
                <a:latin typeface="Calibri"/>
                <a:ea typeface="Calibri"/>
                <a:cs typeface="Calibri"/>
              </a:defRPr>
            </a:defPPr>
            <a:lvl1pPr algn="l">
              <a:defRPr sz="3075" b="1">
                <a:solidFill>
                  <a:srgbClr val="087E8B"/>
                </a:solidFill>
                <a:latin typeface="Calibri"/>
                <a:ea typeface="Calibri"/>
                <a:cs typeface="Calibri"/>
              </a:defRPr>
            </a:lvl1pPr>
            <a:lvl2pPr algn="l">
              <a:defRPr sz="3075" b="1">
                <a:solidFill>
                  <a:srgbClr val="087E8B"/>
                </a:solidFill>
                <a:latin typeface="Calibri"/>
                <a:ea typeface="Calibri"/>
                <a:cs typeface="Calibri"/>
              </a:defRPr>
            </a:lvl2pPr>
            <a:lvl3pPr algn="l">
              <a:defRPr sz="3075" b="1">
                <a:solidFill>
                  <a:srgbClr val="087E8B"/>
                </a:solidFill>
                <a:latin typeface="Calibri"/>
                <a:ea typeface="Calibri"/>
                <a:cs typeface="Calibri"/>
              </a:defRPr>
            </a:lvl3pPr>
            <a:lvl4pPr algn="l">
              <a:defRPr sz="3075" b="1">
                <a:solidFill>
                  <a:srgbClr val="087E8B"/>
                </a:solidFill>
                <a:latin typeface="Calibri"/>
                <a:ea typeface="Calibri"/>
                <a:cs typeface="Calibri"/>
              </a:defRPr>
            </a:lvl4pPr>
            <a:lvl5pPr algn="l">
              <a:defRPr sz="3075" b="1">
                <a:solidFill>
                  <a:srgbClr val="087E8B"/>
                </a:solidFill>
                <a:latin typeface="Calibri"/>
                <a:ea typeface="Calibri"/>
                <a:cs typeface="Calibri"/>
              </a:defRPr>
            </a:lvl5pPr>
            <a:lvl6pPr algn="l">
              <a:defRPr sz="3075" b="1">
                <a:solidFill>
                  <a:srgbClr val="087E8B"/>
                </a:solidFill>
                <a:latin typeface="Calibri"/>
                <a:ea typeface="Calibri"/>
                <a:cs typeface="Calibri"/>
              </a:defRPr>
            </a:lvl6pPr>
            <a:lvl7pPr algn="l">
              <a:defRPr sz="3075" b="1">
                <a:solidFill>
                  <a:srgbClr val="087E8B"/>
                </a:solidFill>
                <a:latin typeface="Calibri"/>
                <a:ea typeface="Calibri"/>
                <a:cs typeface="Calibri"/>
              </a:defRPr>
            </a:lvl7pPr>
            <a:lvl8pPr algn="l">
              <a:defRPr sz="3075" b="1">
                <a:solidFill>
                  <a:srgbClr val="087E8B"/>
                </a:solidFill>
                <a:latin typeface="Calibri"/>
                <a:ea typeface="Calibri"/>
                <a:cs typeface="Calibri"/>
              </a:defRPr>
            </a:lvl8pPr>
            <a:lvl9pPr algn="l">
              <a:defRPr sz="3075" b="1">
                <a:solidFill>
                  <a:srgbClr val="087E8B"/>
                </a:solidFill>
                <a:latin typeface="Calibri"/>
                <a:ea typeface="Calibri"/>
                <a:cs typeface="Calibri"/>
              </a:defRPr>
            </a:lvl9pPr>
          </a:lstStyle>
          <a:p xmlns:a="http://schemas.openxmlformats.org/drawingml/2006/main">
            <a:pPr algn="l">
              <a:defRPr sz="3075" b="1">
                <a:solidFill>
                  <a:srgbClr val="087E8B"/>
                </a:solidFill>
                <a:latin typeface="Calibri"/>
                <a:ea typeface="Calibri"/>
                <a:cs typeface="Calibri"/>
              </a:defRPr>
            </a:pPr>
            <a:r>
              <a:rPr sz="3075" b="1">
                <a:solidFill>
                  <a:srgbClr val="087E8B"/>
                </a:solidFill>
                <a:latin typeface="Calibri"/>
                <a:ea typeface="Calibri"/>
                <a:cs typeface="Calibri"/>
              </a:rPr>
              <a:t>Connection</a:t>
            </a:r>
          </a:p>
        </p:txBody>
      </p:sp>
      <p:sp>
        <p:nvSpPr>
          <p:cNvPr id="6" name="Teori asesmen dan perencanaan menjadi dasar pembelajaran fabrikasi log">
            <a:extLst xmlns:a="http://schemas.openxmlformats.org/drawingml/2006/main">
              <a:ext uri="{FF2B5EF4-FFF2-40B4-BE49-F238E27FC236}">
                <a16:creationId xmlns:a16="http://schemas.microsoft.com/office/drawing/2014/main" id="{B91B7BED-2E54-4249-8FAD-F8E2E32823BF}"/>
              </a:ext>
            </a:extLst>
          </p:cNvPr>
          <p:cNvSpPr>
            <a:spLocks xmlns:a="http://schemas.openxmlformats.org/drawingml/2006/main" noGrp="1"/>
          </p:cNvSpPr>
          <p:nvPr/>
        </p:nvSpPr>
        <p:spPr>
          <a:xfrm xmlns:a="http://schemas.openxmlformats.org/drawingml/2006/main">
            <a:off x="533400" y="2867025"/>
            <a:ext cx="51054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Teori asesmen dan perencanaan</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menjadi dasar pembelajaran</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fabrikasi logam.</a:t>
            </a:r>
          </a:p>
        </p:txBody>
      </p:sp>
      <p:sp>
        <p:nvSpPr>
          <p:cNvPr id="7" name="Challenge">
            <a:extLst xmlns:a="http://schemas.openxmlformats.org/drawingml/2006/main">
              <a:ext uri="{FF2B5EF4-FFF2-40B4-BE49-F238E27FC236}">
                <a16:creationId xmlns:a16="http://schemas.microsoft.com/office/drawing/2014/main" id="{E716C8D8-D26B-4FEA-B5E1-7CC4EA23A4A5}"/>
              </a:ext>
            </a:extLst>
          </p:cNvPr>
          <p:cNvSpPr>
            <a:spLocks xmlns:a="http://schemas.openxmlformats.org/drawingml/2006/main" noGrp="1"/>
          </p:cNvSpPr>
          <p:nvPr/>
        </p:nvSpPr>
        <p:spPr>
          <a:xfrm xmlns:a="http://schemas.openxmlformats.org/drawingml/2006/main">
            <a:off x="6515100" y="2124075"/>
            <a:ext cx="510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C8582B"/>
                </a:solidFill>
                <a:latin typeface="Calibri"/>
                <a:ea typeface="Calibri"/>
                <a:cs typeface="Calibri"/>
              </a:defRPr>
            </a:defPPr>
            <a:lvl1pPr algn="l">
              <a:defRPr sz="3075" b="1">
                <a:solidFill>
                  <a:srgbClr val="C8582B"/>
                </a:solidFill>
                <a:latin typeface="Calibri"/>
                <a:ea typeface="Calibri"/>
                <a:cs typeface="Calibri"/>
              </a:defRPr>
            </a:lvl1pPr>
            <a:lvl2pPr algn="l">
              <a:defRPr sz="3075" b="1">
                <a:solidFill>
                  <a:srgbClr val="C8582B"/>
                </a:solidFill>
                <a:latin typeface="Calibri"/>
                <a:ea typeface="Calibri"/>
                <a:cs typeface="Calibri"/>
              </a:defRPr>
            </a:lvl2pPr>
            <a:lvl3pPr algn="l">
              <a:defRPr sz="3075" b="1">
                <a:solidFill>
                  <a:srgbClr val="C8582B"/>
                </a:solidFill>
                <a:latin typeface="Calibri"/>
                <a:ea typeface="Calibri"/>
                <a:cs typeface="Calibri"/>
              </a:defRPr>
            </a:lvl3pPr>
            <a:lvl4pPr algn="l">
              <a:defRPr sz="3075" b="1">
                <a:solidFill>
                  <a:srgbClr val="C8582B"/>
                </a:solidFill>
                <a:latin typeface="Calibri"/>
                <a:ea typeface="Calibri"/>
                <a:cs typeface="Calibri"/>
              </a:defRPr>
            </a:lvl4pPr>
            <a:lvl5pPr algn="l">
              <a:defRPr sz="3075" b="1">
                <a:solidFill>
                  <a:srgbClr val="C8582B"/>
                </a:solidFill>
                <a:latin typeface="Calibri"/>
                <a:ea typeface="Calibri"/>
                <a:cs typeface="Calibri"/>
              </a:defRPr>
            </a:lvl5pPr>
            <a:lvl6pPr algn="l">
              <a:defRPr sz="3075" b="1">
                <a:solidFill>
                  <a:srgbClr val="C8582B"/>
                </a:solidFill>
                <a:latin typeface="Calibri"/>
                <a:ea typeface="Calibri"/>
                <a:cs typeface="Calibri"/>
              </a:defRPr>
            </a:lvl6pPr>
            <a:lvl7pPr algn="l">
              <a:defRPr sz="3075" b="1">
                <a:solidFill>
                  <a:srgbClr val="C8582B"/>
                </a:solidFill>
                <a:latin typeface="Calibri"/>
                <a:ea typeface="Calibri"/>
                <a:cs typeface="Calibri"/>
              </a:defRPr>
            </a:lvl7pPr>
            <a:lvl8pPr algn="l">
              <a:defRPr sz="3075" b="1">
                <a:solidFill>
                  <a:srgbClr val="C8582B"/>
                </a:solidFill>
                <a:latin typeface="Calibri"/>
                <a:ea typeface="Calibri"/>
                <a:cs typeface="Calibri"/>
              </a:defRPr>
            </a:lvl8pPr>
            <a:lvl9pPr algn="l">
              <a:defRPr sz="3075" b="1">
                <a:solidFill>
                  <a:srgbClr val="C8582B"/>
                </a:solidFill>
                <a:latin typeface="Calibri"/>
                <a:ea typeface="Calibri"/>
                <a:cs typeface="Calibri"/>
              </a:defRPr>
            </a:lvl9pPr>
          </a:lstStyle>
          <a:p xmlns:a="http://schemas.openxmlformats.org/drawingml/2006/main">
            <a:pPr algn="l">
              <a:defRPr sz="3075" b="1">
                <a:solidFill>
                  <a:srgbClr val="C8582B"/>
                </a:solidFill>
                <a:latin typeface="Calibri"/>
                <a:ea typeface="Calibri"/>
                <a:cs typeface="Calibri"/>
              </a:defRPr>
            </a:pPr>
            <a:r>
              <a:rPr sz="3075" b="1">
                <a:solidFill>
                  <a:srgbClr val="C8582B"/>
                </a:solidFill>
                <a:latin typeface="Calibri"/>
                <a:ea typeface="Calibri"/>
                <a:cs typeface="Calibri"/>
              </a:rPr>
              <a:t>Challenge</a:t>
            </a:r>
          </a:p>
        </p:txBody>
      </p:sp>
      <p:sp>
        <p:nvSpPr>
          <p:cNvPr id="8" name="Perbedaan kesiapan siswa, pembagian waktu, dan kebiasaan K3 perlu saya">
            <a:extLst xmlns:a="http://schemas.openxmlformats.org/drawingml/2006/main">
              <a:ext uri="{FF2B5EF4-FFF2-40B4-BE49-F238E27FC236}">
                <a16:creationId xmlns:a16="http://schemas.microsoft.com/office/drawing/2014/main" id="{7D6B10F5-AFDF-4984-A55B-B7A580BBF2AE}"/>
              </a:ext>
            </a:extLst>
          </p:cNvPr>
          <p:cNvSpPr>
            <a:spLocks xmlns:a="http://schemas.openxmlformats.org/drawingml/2006/main" noGrp="1"/>
          </p:cNvSpPr>
          <p:nvPr/>
        </p:nvSpPr>
        <p:spPr>
          <a:xfrm xmlns:a="http://schemas.openxmlformats.org/drawingml/2006/main">
            <a:off x="6515100" y="2867025"/>
            <a:ext cx="51054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Perbedaan kesiapan siswa,</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pembagian waktu, dan kebiasaan K3</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perlu saya cermati.</a:t>
            </a:r>
          </a:p>
        </p:txBody>
      </p:sp>
      <p:sp>
        <p:nvSpPr>
          <p:cNvPr id="9" name="Concept">
            <a:extLst xmlns:a="http://schemas.openxmlformats.org/drawingml/2006/main">
              <a:ext uri="{FF2B5EF4-FFF2-40B4-BE49-F238E27FC236}">
                <a16:creationId xmlns:a16="http://schemas.microsoft.com/office/drawing/2014/main" id="{54294230-3689-4B54-83B9-5812ECEB2C76}"/>
              </a:ext>
            </a:extLst>
          </p:cNvPr>
          <p:cNvSpPr>
            <a:spLocks xmlns:a="http://schemas.openxmlformats.org/drawingml/2006/main" noGrp="1"/>
          </p:cNvSpPr>
          <p:nvPr/>
        </p:nvSpPr>
        <p:spPr>
          <a:xfrm xmlns:a="http://schemas.openxmlformats.org/drawingml/2006/main">
            <a:off x="533400" y="4095750"/>
            <a:ext cx="510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87E8B"/>
                </a:solidFill>
                <a:latin typeface="Calibri"/>
                <a:ea typeface="Calibri"/>
                <a:cs typeface="Calibri"/>
              </a:defRPr>
            </a:defPPr>
            <a:lvl1pPr algn="l">
              <a:defRPr sz="3075" b="1">
                <a:solidFill>
                  <a:srgbClr val="087E8B"/>
                </a:solidFill>
                <a:latin typeface="Calibri"/>
                <a:ea typeface="Calibri"/>
                <a:cs typeface="Calibri"/>
              </a:defRPr>
            </a:lvl1pPr>
            <a:lvl2pPr algn="l">
              <a:defRPr sz="3075" b="1">
                <a:solidFill>
                  <a:srgbClr val="087E8B"/>
                </a:solidFill>
                <a:latin typeface="Calibri"/>
                <a:ea typeface="Calibri"/>
                <a:cs typeface="Calibri"/>
              </a:defRPr>
            </a:lvl2pPr>
            <a:lvl3pPr algn="l">
              <a:defRPr sz="3075" b="1">
                <a:solidFill>
                  <a:srgbClr val="087E8B"/>
                </a:solidFill>
                <a:latin typeface="Calibri"/>
                <a:ea typeface="Calibri"/>
                <a:cs typeface="Calibri"/>
              </a:defRPr>
            </a:lvl3pPr>
            <a:lvl4pPr algn="l">
              <a:defRPr sz="3075" b="1">
                <a:solidFill>
                  <a:srgbClr val="087E8B"/>
                </a:solidFill>
                <a:latin typeface="Calibri"/>
                <a:ea typeface="Calibri"/>
                <a:cs typeface="Calibri"/>
              </a:defRPr>
            </a:lvl4pPr>
            <a:lvl5pPr algn="l">
              <a:defRPr sz="3075" b="1">
                <a:solidFill>
                  <a:srgbClr val="087E8B"/>
                </a:solidFill>
                <a:latin typeface="Calibri"/>
                <a:ea typeface="Calibri"/>
                <a:cs typeface="Calibri"/>
              </a:defRPr>
            </a:lvl5pPr>
            <a:lvl6pPr algn="l">
              <a:defRPr sz="3075" b="1">
                <a:solidFill>
                  <a:srgbClr val="087E8B"/>
                </a:solidFill>
                <a:latin typeface="Calibri"/>
                <a:ea typeface="Calibri"/>
                <a:cs typeface="Calibri"/>
              </a:defRPr>
            </a:lvl6pPr>
            <a:lvl7pPr algn="l">
              <a:defRPr sz="3075" b="1">
                <a:solidFill>
                  <a:srgbClr val="087E8B"/>
                </a:solidFill>
                <a:latin typeface="Calibri"/>
                <a:ea typeface="Calibri"/>
                <a:cs typeface="Calibri"/>
              </a:defRPr>
            </a:lvl7pPr>
            <a:lvl8pPr algn="l">
              <a:defRPr sz="3075" b="1">
                <a:solidFill>
                  <a:srgbClr val="087E8B"/>
                </a:solidFill>
                <a:latin typeface="Calibri"/>
                <a:ea typeface="Calibri"/>
                <a:cs typeface="Calibri"/>
              </a:defRPr>
            </a:lvl8pPr>
            <a:lvl9pPr algn="l">
              <a:defRPr sz="3075" b="1">
                <a:solidFill>
                  <a:srgbClr val="087E8B"/>
                </a:solidFill>
                <a:latin typeface="Calibri"/>
                <a:ea typeface="Calibri"/>
                <a:cs typeface="Calibri"/>
              </a:defRPr>
            </a:lvl9pPr>
          </a:lstStyle>
          <a:p xmlns:a="http://schemas.openxmlformats.org/drawingml/2006/main">
            <a:pPr algn="l">
              <a:defRPr sz="3075" b="1">
                <a:solidFill>
                  <a:srgbClr val="087E8B"/>
                </a:solidFill>
                <a:latin typeface="Calibri"/>
                <a:ea typeface="Calibri"/>
                <a:cs typeface="Calibri"/>
              </a:defRPr>
            </a:pPr>
            <a:r>
              <a:rPr sz="3075" b="1">
                <a:solidFill>
                  <a:srgbClr val="087E8B"/>
                </a:solidFill>
                <a:latin typeface="Calibri"/>
                <a:ea typeface="Calibri"/>
                <a:cs typeface="Calibri"/>
              </a:rPr>
              <a:t>Concept</a:t>
            </a:r>
          </a:p>
        </p:txBody>
      </p:sp>
      <p:sp>
        <p:nvSpPr>
          <p:cNvPr id="10" name="Demonstrasi, latihan bertahap, dan umpan balik menjadi dasar saya mera">
            <a:extLst xmlns:a="http://schemas.openxmlformats.org/drawingml/2006/main">
              <a:ext uri="{FF2B5EF4-FFF2-40B4-BE49-F238E27FC236}">
                <a16:creationId xmlns:a16="http://schemas.microsoft.com/office/drawing/2014/main" id="{027CED3F-A4C7-4136-9C40-82A37107D864}"/>
              </a:ext>
            </a:extLst>
          </p:cNvPr>
          <p:cNvSpPr>
            <a:spLocks xmlns:a="http://schemas.openxmlformats.org/drawingml/2006/main" noGrp="1"/>
          </p:cNvSpPr>
          <p:nvPr/>
        </p:nvSpPr>
        <p:spPr>
          <a:xfrm xmlns:a="http://schemas.openxmlformats.org/drawingml/2006/main">
            <a:off x="533400" y="4838700"/>
            <a:ext cx="51054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Demonstrasi, latihan bertahap,</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dan umpan balik menjadi dasar</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saya merancang pendampingan.</a:t>
            </a:r>
          </a:p>
        </p:txBody>
      </p:sp>
      <p:sp>
        <p:nvSpPr>
          <p:cNvPr id="11" name="Change">
            <a:extLst xmlns:a="http://schemas.openxmlformats.org/drawingml/2006/main">
              <a:ext uri="{FF2B5EF4-FFF2-40B4-BE49-F238E27FC236}">
                <a16:creationId xmlns:a16="http://schemas.microsoft.com/office/drawing/2014/main" id="{878F1116-697A-4925-8F04-07E9EC87ED3B}"/>
              </a:ext>
            </a:extLst>
          </p:cNvPr>
          <p:cNvSpPr>
            <a:spLocks xmlns:a="http://schemas.openxmlformats.org/drawingml/2006/main" noGrp="1"/>
          </p:cNvSpPr>
          <p:nvPr/>
        </p:nvSpPr>
        <p:spPr>
          <a:xfrm xmlns:a="http://schemas.openxmlformats.org/drawingml/2006/main">
            <a:off x="6515100" y="4095750"/>
            <a:ext cx="510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C8582B"/>
                </a:solidFill>
                <a:latin typeface="Calibri"/>
                <a:ea typeface="Calibri"/>
                <a:cs typeface="Calibri"/>
              </a:defRPr>
            </a:defPPr>
            <a:lvl1pPr algn="l">
              <a:defRPr sz="3075" b="1">
                <a:solidFill>
                  <a:srgbClr val="C8582B"/>
                </a:solidFill>
                <a:latin typeface="Calibri"/>
                <a:ea typeface="Calibri"/>
                <a:cs typeface="Calibri"/>
              </a:defRPr>
            </a:lvl1pPr>
            <a:lvl2pPr algn="l">
              <a:defRPr sz="3075" b="1">
                <a:solidFill>
                  <a:srgbClr val="C8582B"/>
                </a:solidFill>
                <a:latin typeface="Calibri"/>
                <a:ea typeface="Calibri"/>
                <a:cs typeface="Calibri"/>
              </a:defRPr>
            </a:lvl2pPr>
            <a:lvl3pPr algn="l">
              <a:defRPr sz="3075" b="1">
                <a:solidFill>
                  <a:srgbClr val="C8582B"/>
                </a:solidFill>
                <a:latin typeface="Calibri"/>
                <a:ea typeface="Calibri"/>
                <a:cs typeface="Calibri"/>
              </a:defRPr>
            </a:lvl3pPr>
            <a:lvl4pPr algn="l">
              <a:defRPr sz="3075" b="1">
                <a:solidFill>
                  <a:srgbClr val="C8582B"/>
                </a:solidFill>
                <a:latin typeface="Calibri"/>
                <a:ea typeface="Calibri"/>
                <a:cs typeface="Calibri"/>
              </a:defRPr>
            </a:lvl4pPr>
            <a:lvl5pPr algn="l">
              <a:defRPr sz="3075" b="1">
                <a:solidFill>
                  <a:srgbClr val="C8582B"/>
                </a:solidFill>
                <a:latin typeface="Calibri"/>
                <a:ea typeface="Calibri"/>
                <a:cs typeface="Calibri"/>
              </a:defRPr>
            </a:lvl5pPr>
            <a:lvl6pPr algn="l">
              <a:defRPr sz="3075" b="1">
                <a:solidFill>
                  <a:srgbClr val="C8582B"/>
                </a:solidFill>
                <a:latin typeface="Calibri"/>
                <a:ea typeface="Calibri"/>
                <a:cs typeface="Calibri"/>
              </a:defRPr>
            </a:lvl6pPr>
            <a:lvl7pPr algn="l">
              <a:defRPr sz="3075" b="1">
                <a:solidFill>
                  <a:srgbClr val="C8582B"/>
                </a:solidFill>
                <a:latin typeface="Calibri"/>
                <a:ea typeface="Calibri"/>
                <a:cs typeface="Calibri"/>
              </a:defRPr>
            </a:lvl7pPr>
            <a:lvl8pPr algn="l">
              <a:defRPr sz="3075" b="1">
                <a:solidFill>
                  <a:srgbClr val="C8582B"/>
                </a:solidFill>
                <a:latin typeface="Calibri"/>
                <a:ea typeface="Calibri"/>
                <a:cs typeface="Calibri"/>
              </a:defRPr>
            </a:lvl8pPr>
            <a:lvl9pPr algn="l">
              <a:defRPr sz="3075" b="1">
                <a:solidFill>
                  <a:srgbClr val="C8582B"/>
                </a:solidFill>
                <a:latin typeface="Calibri"/>
                <a:ea typeface="Calibri"/>
                <a:cs typeface="Calibri"/>
              </a:defRPr>
            </a:lvl9pPr>
          </a:lstStyle>
          <a:p xmlns:a="http://schemas.openxmlformats.org/drawingml/2006/main">
            <a:pPr algn="l">
              <a:defRPr sz="3075" b="1">
                <a:solidFill>
                  <a:srgbClr val="C8582B"/>
                </a:solidFill>
                <a:latin typeface="Calibri"/>
                <a:ea typeface="Calibri"/>
                <a:cs typeface="Calibri"/>
              </a:defRPr>
            </a:pPr>
            <a:r>
              <a:rPr sz="3075" b="1">
                <a:solidFill>
                  <a:srgbClr val="C8582B"/>
                </a:solidFill>
                <a:latin typeface="Calibri"/>
                <a:ea typeface="Calibri"/>
                <a:cs typeface="Calibri"/>
              </a:rPr>
              <a:t>Change</a:t>
            </a:r>
          </a:p>
        </p:txBody>
      </p:sp>
      <p:sp>
        <p:nvSpPr>
          <p:cNvPr id="12" name="Saya perlu mencatat kesulitan siswa dan menyesuaikan bantuan berdasark">
            <a:extLst xmlns:a="http://schemas.openxmlformats.org/drawingml/2006/main">
              <a:ext uri="{FF2B5EF4-FFF2-40B4-BE49-F238E27FC236}">
                <a16:creationId xmlns:a16="http://schemas.microsoft.com/office/drawing/2014/main" id="{43623B1A-7811-47AA-8D5A-BCD65DC88937}"/>
              </a:ext>
            </a:extLst>
          </p:cNvPr>
          <p:cNvSpPr>
            <a:spLocks xmlns:a="http://schemas.openxmlformats.org/drawingml/2006/main" noGrp="1"/>
          </p:cNvSpPr>
          <p:nvPr/>
        </p:nvSpPr>
        <p:spPr>
          <a:xfrm xmlns:a="http://schemas.openxmlformats.org/drawingml/2006/main">
            <a:off x="6515100" y="4838700"/>
            <a:ext cx="51054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Saya perlu mencatat kesulitan siswa</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dan menyesuaikan bantuan</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berdasarkan pengamatan.</a:t>
            </a:r>
          </a:p>
        </p:txBody>
      </p:sp>
      <p:sp>
        <p:nvSpPr>
          <p:cNvPr id="13" name="Arah perbaikan: bimbingan bertahap dan refleksi bersama guru pamong.">
            <a:extLst xmlns:a="http://schemas.openxmlformats.org/drawingml/2006/main">
              <a:ext uri="{FF2B5EF4-FFF2-40B4-BE49-F238E27FC236}">
                <a16:creationId xmlns:a16="http://schemas.microsoft.com/office/drawing/2014/main" id="{8A75D63C-A8C6-4F21-833E-03E5F10EB97E}"/>
              </a:ext>
            </a:extLst>
          </p:cNvPr>
          <p:cNvSpPr>
            <a:spLocks xmlns:a="http://schemas.openxmlformats.org/drawingml/2006/main" noGrp="1"/>
          </p:cNvSpPr>
          <p:nvPr/>
        </p:nvSpPr>
        <p:spPr>
          <a:xfrm xmlns:a="http://schemas.openxmlformats.org/drawingml/2006/main">
            <a:off x="533400" y="6200775"/>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2586B"/>
                </a:solidFill>
                <a:latin typeface="Calibri"/>
                <a:ea typeface="Calibri"/>
                <a:cs typeface="Calibri"/>
              </a:defRPr>
            </a:defPPr>
            <a:lvl1pPr algn="l">
              <a:defRPr sz="2100" b="1">
                <a:solidFill>
                  <a:srgbClr val="42586B"/>
                </a:solidFill>
                <a:latin typeface="Calibri"/>
                <a:ea typeface="Calibri"/>
                <a:cs typeface="Calibri"/>
              </a:defRPr>
            </a:lvl1pPr>
            <a:lvl2pPr algn="l">
              <a:defRPr sz="2100" b="1">
                <a:solidFill>
                  <a:srgbClr val="42586B"/>
                </a:solidFill>
                <a:latin typeface="Calibri"/>
                <a:ea typeface="Calibri"/>
                <a:cs typeface="Calibri"/>
              </a:defRPr>
            </a:lvl2pPr>
            <a:lvl3pPr algn="l">
              <a:defRPr sz="2100" b="1">
                <a:solidFill>
                  <a:srgbClr val="42586B"/>
                </a:solidFill>
                <a:latin typeface="Calibri"/>
                <a:ea typeface="Calibri"/>
                <a:cs typeface="Calibri"/>
              </a:defRPr>
            </a:lvl3pPr>
            <a:lvl4pPr algn="l">
              <a:defRPr sz="2100" b="1">
                <a:solidFill>
                  <a:srgbClr val="42586B"/>
                </a:solidFill>
                <a:latin typeface="Calibri"/>
                <a:ea typeface="Calibri"/>
                <a:cs typeface="Calibri"/>
              </a:defRPr>
            </a:lvl4pPr>
            <a:lvl5pPr algn="l">
              <a:defRPr sz="2100" b="1">
                <a:solidFill>
                  <a:srgbClr val="42586B"/>
                </a:solidFill>
                <a:latin typeface="Calibri"/>
                <a:ea typeface="Calibri"/>
                <a:cs typeface="Calibri"/>
              </a:defRPr>
            </a:lvl5pPr>
            <a:lvl6pPr algn="l">
              <a:defRPr sz="2100" b="1">
                <a:solidFill>
                  <a:srgbClr val="42586B"/>
                </a:solidFill>
                <a:latin typeface="Calibri"/>
                <a:ea typeface="Calibri"/>
                <a:cs typeface="Calibri"/>
              </a:defRPr>
            </a:lvl6pPr>
            <a:lvl7pPr algn="l">
              <a:defRPr sz="2100" b="1">
                <a:solidFill>
                  <a:srgbClr val="42586B"/>
                </a:solidFill>
                <a:latin typeface="Calibri"/>
                <a:ea typeface="Calibri"/>
                <a:cs typeface="Calibri"/>
              </a:defRPr>
            </a:lvl7pPr>
            <a:lvl8pPr algn="l">
              <a:defRPr sz="2100" b="1">
                <a:solidFill>
                  <a:srgbClr val="42586B"/>
                </a:solidFill>
                <a:latin typeface="Calibri"/>
                <a:ea typeface="Calibri"/>
                <a:cs typeface="Calibri"/>
              </a:defRPr>
            </a:lvl8pPr>
            <a:lvl9pPr algn="l">
              <a:defRPr sz="2100" b="1">
                <a:solidFill>
                  <a:srgbClr val="42586B"/>
                </a:solidFill>
                <a:latin typeface="Calibri"/>
                <a:ea typeface="Calibri"/>
                <a:cs typeface="Calibri"/>
              </a:defRPr>
            </a:lvl9pPr>
          </a:lstStyle>
          <a:p xmlns:a="http://schemas.openxmlformats.org/drawingml/2006/main">
            <a:pPr algn="l">
              <a:defRPr sz="2100" b="1">
                <a:solidFill>
                  <a:srgbClr val="42586B"/>
                </a:solidFill>
                <a:latin typeface="Calibri"/>
                <a:ea typeface="Calibri"/>
                <a:cs typeface="Calibri"/>
              </a:defRPr>
            </a:pPr>
            <a:r>
              <a:rPr sz="2100" b="1">
                <a:solidFill>
                  <a:srgbClr val="42586B"/>
                </a:solidFill>
                <a:latin typeface="Calibri"/>
                <a:ea typeface="Calibri"/>
                <a:cs typeface="Calibri"/>
              </a:rPr>
              <a:t>Arah perbaikan: bimbingan bertahap dan refleksi bersama guru pamong.</a:t>
            </a:r>
          </a:p>
        </p:txBody>
      </p:sp>
    </p:spTree>
    <p:extLst>
      <p:ext uri="{BB962C8B-B14F-4D97-AF65-F5344CB8AC3E}">
        <p14:creationId xmlns:p14="http://schemas.microsoft.com/office/powerpoint/2010/main" val="527852308"/>
      </p:ext>
    </p:extLst>
  </p:cSld>
</p:sld>
</file>

<file path=ppt/slides/slide6.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11" name="MetalVerseFery: menjembatani pemahaman konsep dan praktik">
            <a:extLst xmlns:a="http://schemas.openxmlformats.org/drawingml/2006/main">
              <a:ext uri="{FF2B5EF4-FFF2-40B4-BE49-F238E27FC236}">
                <a16:creationId xmlns:a16="http://schemas.microsoft.com/office/drawing/2014/main" id="{C98486E8-1334-4A61-BDBB-9BBDE5315976}"/>
              </a:ext>
            </a:extLst>
          </p:cNvPr>
          <p:cNvSpPr>
            <a:spLocks xmlns:a="http://schemas.openxmlformats.org/drawingml/2006/main" noGrp="1"/>
          </p:cNvSpPr>
          <p:nvPr/>
        </p:nvSpPr>
        <p:spPr>
          <a:xfrm xmlns:a="http://schemas.openxmlformats.org/drawingml/2006/main">
            <a:off x="533400" y="438150"/>
            <a:ext cx="111252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02A43"/>
                </a:solidFill>
                <a:latin typeface="Calibri"/>
                <a:ea typeface="Calibri"/>
                <a:cs typeface="Calibri"/>
              </a:defRPr>
            </a:defPPr>
            <a:lvl1pPr algn="l">
              <a:defRPr sz="4050" b="1">
                <a:solidFill>
                  <a:srgbClr val="102A43"/>
                </a:solidFill>
                <a:latin typeface="Calibri"/>
                <a:ea typeface="Calibri"/>
                <a:cs typeface="Calibri"/>
              </a:defRPr>
            </a:lvl1pPr>
            <a:lvl2pPr algn="l">
              <a:defRPr sz="4050" b="1">
                <a:solidFill>
                  <a:srgbClr val="102A43"/>
                </a:solidFill>
                <a:latin typeface="Calibri"/>
                <a:ea typeface="Calibri"/>
                <a:cs typeface="Calibri"/>
              </a:defRPr>
            </a:lvl2pPr>
            <a:lvl3pPr algn="l">
              <a:defRPr sz="4050" b="1">
                <a:solidFill>
                  <a:srgbClr val="102A43"/>
                </a:solidFill>
                <a:latin typeface="Calibri"/>
                <a:ea typeface="Calibri"/>
                <a:cs typeface="Calibri"/>
              </a:defRPr>
            </a:lvl3pPr>
            <a:lvl4pPr algn="l">
              <a:defRPr sz="4050" b="1">
                <a:solidFill>
                  <a:srgbClr val="102A43"/>
                </a:solidFill>
                <a:latin typeface="Calibri"/>
                <a:ea typeface="Calibri"/>
                <a:cs typeface="Calibri"/>
              </a:defRPr>
            </a:lvl4pPr>
            <a:lvl5pPr algn="l">
              <a:defRPr sz="4050" b="1">
                <a:solidFill>
                  <a:srgbClr val="102A43"/>
                </a:solidFill>
                <a:latin typeface="Calibri"/>
                <a:ea typeface="Calibri"/>
                <a:cs typeface="Calibri"/>
              </a:defRPr>
            </a:lvl5pPr>
            <a:lvl6pPr algn="l">
              <a:defRPr sz="4050" b="1">
                <a:solidFill>
                  <a:srgbClr val="102A43"/>
                </a:solidFill>
                <a:latin typeface="Calibri"/>
                <a:ea typeface="Calibri"/>
                <a:cs typeface="Calibri"/>
              </a:defRPr>
            </a:lvl6pPr>
            <a:lvl7pPr algn="l">
              <a:defRPr sz="4050" b="1">
                <a:solidFill>
                  <a:srgbClr val="102A43"/>
                </a:solidFill>
                <a:latin typeface="Calibri"/>
                <a:ea typeface="Calibri"/>
                <a:cs typeface="Calibri"/>
              </a:defRPr>
            </a:lvl7pPr>
            <a:lvl8pPr algn="l">
              <a:defRPr sz="4050" b="1">
                <a:solidFill>
                  <a:srgbClr val="102A43"/>
                </a:solidFill>
                <a:latin typeface="Calibri"/>
                <a:ea typeface="Calibri"/>
                <a:cs typeface="Calibri"/>
              </a:defRPr>
            </a:lvl8pPr>
            <a:lvl9pPr algn="l">
              <a:defRPr sz="4050" b="1">
                <a:solidFill>
                  <a:srgbClr val="102A43"/>
                </a:solidFill>
                <a:latin typeface="Calibri"/>
                <a:ea typeface="Calibri"/>
                <a:cs typeface="Calibri"/>
              </a:defRPr>
            </a:lvl9pPr>
          </a:lstStyle>
          <a:p xmlns:a="http://schemas.openxmlformats.org/drawingml/2006/main">
            <a:pPr algn="l">
              <a:defRPr sz="4050" b="1">
                <a:solidFill>
                  <a:srgbClr val="102A43"/>
                </a:solidFill>
                <a:latin typeface="Calibri"/>
                <a:ea typeface="Calibri"/>
                <a:cs typeface="Calibri"/>
              </a:defRPr>
            </a:pPr>
            <a:r>
              <a:rPr sz="4050" b="1">
                <a:solidFill>
                  <a:srgbClr val="102A43"/>
                </a:solidFill>
                <a:latin typeface="Calibri"/>
                <a:ea typeface="Calibri"/>
                <a:cs typeface="Calibri"/>
              </a:rPr>
              <a:t>MetalVerseFery: menjembatani</a:t>
            </a:r>
          </a:p>
          <a:p xmlns:a="http://schemas.openxmlformats.org/drawingml/2006/main">
            <a:pPr algn="l">
              <a:defRPr sz="4050" b="1">
                <a:solidFill>
                  <a:srgbClr val="102A43"/>
                </a:solidFill>
                <a:latin typeface="Calibri"/>
                <a:ea typeface="Calibri"/>
                <a:cs typeface="Calibri"/>
              </a:defRPr>
            </a:pPr>
            <a:r>
              <a:rPr sz="4050" b="1">
                <a:solidFill>
                  <a:srgbClr val="102A43"/>
                </a:solidFill>
                <a:latin typeface="Calibri"/>
                <a:ea typeface="Calibri"/>
                <a:cs typeface="Calibri"/>
              </a:rPr>
              <a:t>pemahaman konsep dan praktik</a:t>
            </a:r>
          </a:p>
        </p:txBody>
      </p:sp>
      <p:sp>
        <p:nvSpPr>
          <p:cNvPr id="2" name="06">
            <a:extLst xmlns:a="http://schemas.openxmlformats.org/drawingml/2006/main">
              <a:ext uri="{FF2B5EF4-FFF2-40B4-BE49-F238E27FC236}">
                <a16:creationId xmlns:a16="http://schemas.microsoft.com/office/drawing/2014/main" id="{0B44B8AB-BBDF-41B2-B324-94C8B688DC2C}"/>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06</a:t>
            </a:r>
          </a:p>
        </p:txBody>
      </p:sp>
      <p:sp>
        <p:nvSpPr>
          <p:cNvPr id="3" name="Kebutuhan yang saya respons">
            <a:extLst xmlns:a="http://schemas.openxmlformats.org/drawingml/2006/main">
              <a:ext uri="{FF2B5EF4-FFF2-40B4-BE49-F238E27FC236}">
                <a16:creationId xmlns:a16="http://schemas.microsoft.com/office/drawing/2014/main" id="{EE0D25D2-77F9-465D-B4B8-68AE68EFA597}"/>
              </a:ext>
            </a:extLst>
          </p:cNvPr>
          <p:cNvSpPr>
            <a:spLocks xmlns:a="http://schemas.openxmlformats.org/drawingml/2006/main" noGrp="1"/>
          </p:cNvSpPr>
          <p:nvPr/>
        </p:nvSpPr>
        <p:spPr>
          <a:xfrm xmlns:a="http://schemas.openxmlformats.org/drawingml/2006/main">
            <a:off x="533400" y="2257425"/>
            <a:ext cx="647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C8582B"/>
                </a:solidFill>
                <a:latin typeface="Calibri"/>
                <a:ea typeface="Calibri"/>
                <a:cs typeface="Calibri"/>
              </a:defRPr>
            </a:defPPr>
            <a:lvl1pPr algn="l">
              <a:defRPr sz="2550" b="1">
                <a:solidFill>
                  <a:srgbClr val="C8582B"/>
                </a:solidFill>
                <a:latin typeface="Calibri"/>
                <a:ea typeface="Calibri"/>
                <a:cs typeface="Calibri"/>
              </a:defRPr>
            </a:lvl1pPr>
            <a:lvl2pPr algn="l">
              <a:defRPr sz="2550" b="1">
                <a:solidFill>
                  <a:srgbClr val="C8582B"/>
                </a:solidFill>
                <a:latin typeface="Calibri"/>
                <a:ea typeface="Calibri"/>
                <a:cs typeface="Calibri"/>
              </a:defRPr>
            </a:lvl2pPr>
            <a:lvl3pPr algn="l">
              <a:defRPr sz="2550" b="1">
                <a:solidFill>
                  <a:srgbClr val="C8582B"/>
                </a:solidFill>
                <a:latin typeface="Calibri"/>
                <a:ea typeface="Calibri"/>
                <a:cs typeface="Calibri"/>
              </a:defRPr>
            </a:lvl3pPr>
            <a:lvl4pPr algn="l">
              <a:defRPr sz="2550" b="1">
                <a:solidFill>
                  <a:srgbClr val="C8582B"/>
                </a:solidFill>
                <a:latin typeface="Calibri"/>
                <a:ea typeface="Calibri"/>
                <a:cs typeface="Calibri"/>
              </a:defRPr>
            </a:lvl4pPr>
            <a:lvl5pPr algn="l">
              <a:defRPr sz="2550" b="1">
                <a:solidFill>
                  <a:srgbClr val="C8582B"/>
                </a:solidFill>
                <a:latin typeface="Calibri"/>
                <a:ea typeface="Calibri"/>
                <a:cs typeface="Calibri"/>
              </a:defRPr>
            </a:lvl5pPr>
            <a:lvl6pPr algn="l">
              <a:defRPr sz="2550" b="1">
                <a:solidFill>
                  <a:srgbClr val="C8582B"/>
                </a:solidFill>
                <a:latin typeface="Calibri"/>
                <a:ea typeface="Calibri"/>
                <a:cs typeface="Calibri"/>
              </a:defRPr>
            </a:lvl6pPr>
            <a:lvl7pPr algn="l">
              <a:defRPr sz="2550" b="1">
                <a:solidFill>
                  <a:srgbClr val="C8582B"/>
                </a:solidFill>
                <a:latin typeface="Calibri"/>
                <a:ea typeface="Calibri"/>
                <a:cs typeface="Calibri"/>
              </a:defRPr>
            </a:lvl7pPr>
            <a:lvl8pPr algn="l">
              <a:defRPr sz="2550" b="1">
                <a:solidFill>
                  <a:srgbClr val="C8582B"/>
                </a:solidFill>
                <a:latin typeface="Calibri"/>
                <a:ea typeface="Calibri"/>
                <a:cs typeface="Calibri"/>
              </a:defRPr>
            </a:lvl8pPr>
            <a:lvl9pPr algn="l">
              <a:defRPr sz="2550" b="1">
                <a:solidFill>
                  <a:srgbClr val="C8582B"/>
                </a:solidFill>
                <a:latin typeface="Calibri"/>
                <a:ea typeface="Calibri"/>
                <a:cs typeface="Calibri"/>
              </a:defRPr>
            </a:lvl9pPr>
          </a:lstStyle>
          <a:p xmlns:a="http://schemas.openxmlformats.org/drawingml/2006/main">
            <a:pPr algn="l">
              <a:defRPr sz="2550" b="1">
                <a:solidFill>
                  <a:srgbClr val="C8582B"/>
                </a:solidFill>
                <a:latin typeface="Calibri"/>
                <a:ea typeface="Calibri"/>
                <a:cs typeface="Calibri"/>
              </a:defRPr>
            </a:pPr>
            <a:r>
              <a:rPr sz="2550" b="1">
                <a:solidFill>
                  <a:srgbClr val="C8582B"/>
                </a:solidFill>
                <a:latin typeface="Calibri"/>
                <a:ea typeface="Calibri"/>
                <a:cs typeface="Calibri"/>
              </a:rPr>
              <a:t>Kebutuhan yang saya respons</a:t>
            </a:r>
          </a:p>
        </p:txBody>
      </p:sp>
      <p:sp>
        <p:nvSpPr>
          <p:cNvPr id="4" name="Konsep dan urutan kerja perlu lebih mudah diamati sebelum siswa melaku">
            <a:extLst xmlns:a="http://schemas.openxmlformats.org/drawingml/2006/main">
              <a:ext uri="{FF2B5EF4-FFF2-40B4-BE49-F238E27FC236}">
                <a16:creationId xmlns:a16="http://schemas.microsoft.com/office/drawing/2014/main" id="{DAF8E67C-1CE5-463D-B5E7-23F5478814FF}"/>
              </a:ext>
            </a:extLst>
          </p:cNvPr>
          <p:cNvSpPr>
            <a:spLocks xmlns:a="http://schemas.openxmlformats.org/drawingml/2006/main" noGrp="1"/>
          </p:cNvSpPr>
          <p:nvPr/>
        </p:nvSpPr>
        <p:spPr>
          <a:xfrm xmlns:a="http://schemas.openxmlformats.org/drawingml/2006/main">
            <a:off x="533400" y="2876550"/>
            <a:ext cx="619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Konsep dan urutan kerja perlu lebih mudah</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diamati sebelum siswa melakukan praktik.</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Bahan belajar perlu dapat dibuka kembali.</a:t>
            </a:r>
          </a:p>
        </p:txBody>
      </p:sp>
      <p:sp>
        <p:nvSpPr>
          <p:cNvPr id="5" name="Pilihan pengembangan saya">
            <a:extLst xmlns:a="http://schemas.openxmlformats.org/drawingml/2006/main">
              <a:ext uri="{FF2B5EF4-FFF2-40B4-BE49-F238E27FC236}">
                <a16:creationId xmlns:a16="http://schemas.microsoft.com/office/drawing/2014/main" id="{DFEFEA2F-6374-4A4D-9A92-35300352C328}"/>
              </a:ext>
            </a:extLst>
          </p:cNvPr>
          <p:cNvSpPr>
            <a:spLocks xmlns:a="http://schemas.openxmlformats.org/drawingml/2006/main" noGrp="1"/>
          </p:cNvSpPr>
          <p:nvPr/>
        </p:nvSpPr>
        <p:spPr>
          <a:xfrm xmlns:a="http://schemas.openxmlformats.org/drawingml/2006/main">
            <a:off x="533400" y="44291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E8B"/>
                </a:solidFill>
                <a:latin typeface="Calibri"/>
                <a:ea typeface="Calibri"/>
                <a:cs typeface="Calibri"/>
              </a:defRPr>
            </a:defPPr>
            <a:lvl1pPr algn="l">
              <a:defRPr sz="2550" b="1">
                <a:solidFill>
                  <a:srgbClr val="087E8B"/>
                </a:solidFill>
                <a:latin typeface="Calibri"/>
                <a:ea typeface="Calibri"/>
                <a:cs typeface="Calibri"/>
              </a:defRPr>
            </a:lvl1pPr>
            <a:lvl2pPr algn="l">
              <a:defRPr sz="2550" b="1">
                <a:solidFill>
                  <a:srgbClr val="087E8B"/>
                </a:solidFill>
                <a:latin typeface="Calibri"/>
                <a:ea typeface="Calibri"/>
                <a:cs typeface="Calibri"/>
              </a:defRPr>
            </a:lvl2pPr>
            <a:lvl3pPr algn="l">
              <a:defRPr sz="2550" b="1">
                <a:solidFill>
                  <a:srgbClr val="087E8B"/>
                </a:solidFill>
                <a:latin typeface="Calibri"/>
                <a:ea typeface="Calibri"/>
                <a:cs typeface="Calibri"/>
              </a:defRPr>
            </a:lvl3pPr>
            <a:lvl4pPr algn="l">
              <a:defRPr sz="2550" b="1">
                <a:solidFill>
                  <a:srgbClr val="087E8B"/>
                </a:solidFill>
                <a:latin typeface="Calibri"/>
                <a:ea typeface="Calibri"/>
                <a:cs typeface="Calibri"/>
              </a:defRPr>
            </a:lvl4pPr>
            <a:lvl5pPr algn="l">
              <a:defRPr sz="2550" b="1">
                <a:solidFill>
                  <a:srgbClr val="087E8B"/>
                </a:solidFill>
                <a:latin typeface="Calibri"/>
                <a:ea typeface="Calibri"/>
                <a:cs typeface="Calibri"/>
              </a:defRPr>
            </a:lvl5pPr>
            <a:lvl6pPr algn="l">
              <a:defRPr sz="2550" b="1">
                <a:solidFill>
                  <a:srgbClr val="087E8B"/>
                </a:solidFill>
                <a:latin typeface="Calibri"/>
                <a:ea typeface="Calibri"/>
                <a:cs typeface="Calibri"/>
              </a:defRPr>
            </a:lvl6pPr>
            <a:lvl7pPr algn="l">
              <a:defRPr sz="2550" b="1">
                <a:solidFill>
                  <a:srgbClr val="087E8B"/>
                </a:solidFill>
                <a:latin typeface="Calibri"/>
                <a:ea typeface="Calibri"/>
                <a:cs typeface="Calibri"/>
              </a:defRPr>
            </a:lvl7pPr>
            <a:lvl8pPr algn="l">
              <a:defRPr sz="2550" b="1">
                <a:solidFill>
                  <a:srgbClr val="087E8B"/>
                </a:solidFill>
                <a:latin typeface="Calibri"/>
                <a:ea typeface="Calibri"/>
                <a:cs typeface="Calibri"/>
              </a:defRPr>
            </a:lvl8pPr>
            <a:lvl9pPr algn="l">
              <a:defRPr sz="2550" b="1">
                <a:solidFill>
                  <a:srgbClr val="087E8B"/>
                </a:solidFill>
                <a:latin typeface="Calibri"/>
                <a:ea typeface="Calibri"/>
                <a:cs typeface="Calibri"/>
              </a:defRPr>
            </a:lvl9pPr>
          </a:lstStyle>
          <a:p xmlns:a="http://schemas.openxmlformats.org/drawingml/2006/main">
            <a:pPr algn="l">
              <a:defRPr sz="2550" b="1">
                <a:solidFill>
                  <a:srgbClr val="087E8B"/>
                </a:solidFill>
                <a:latin typeface="Calibri"/>
                <a:ea typeface="Calibri"/>
                <a:cs typeface="Calibri"/>
              </a:defRPr>
            </a:pPr>
            <a:r>
              <a:rPr sz="2550" b="1">
                <a:solidFill>
                  <a:srgbClr val="087E8B"/>
                </a:solidFill>
                <a:latin typeface="Calibri"/>
                <a:ea typeface="Calibri"/>
                <a:cs typeface="Calibri"/>
              </a:rPr>
              <a:t>Pilihan pengembangan saya</a:t>
            </a:r>
          </a:p>
        </p:txBody>
      </p:sp>
      <p:sp>
        <p:nvSpPr>
          <p:cNvPr id="6" name="Simulasi untuk mengeksplorasi proses. Buku digital untuk materi dan pa">
            <a:extLst xmlns:a="http://schemas.openxmlformats.org/drawingml/2006/main">
              <a:ext uri="{FF2B5EF4-FFF2-40B4-BE49-F238E27FC236}">
                <a16:creationId xmlns:a16="http://schemas.microsoft.com/office/drawing/2014/main" id="{D44C90EF-FEB8-414B-A4AB-18B170DFC1CC}"/>
              </a:ext>
            </a:extLst>
          </p:cNvPr>
          <p:cNvSpPr>
            <a:spLocks xmlns:a="http://schemas.openxmlformats.org/drawingml/2006/main" noGrp="1"/>
          </p:cNvSpPr>
          <p:nvPr/>
        </p:nvSpPr>
        <p:spPr>
          <a:xfrm xmlns:a="http://schemas.openxmlformats.org/drawingml/2006/main">
            <a:off x="533400" y="500062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Simulasi untuk mengeksplorasi proses.</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Buku digital untuk materi dan panduan praktik.</a:t>
            </a:r>
          </a:p>
        </p:txBody>
      </p:sp>
      <p:pic>
        <p:nvPicPr>
          <p:cNvPr id="7" name="">
            <a:extLst xmlns:a="http://schemas.openxmlformats.org/drawingml/2006/main">
              <a:ext uri="{FF2B5EF4-FFF2-40B4-BE49-F238E27FC236}">
                <a16:creationId xmlns:a16="http://schemas.microsoft.com/office/drawing/2014/main" id="{D007C6F7-ABD6-45A4-B3C8-37624229BB91}"/>
              </a:ext>
            </a:extLst>
          </p:cNvPr>
          <p:cNvPicPr>
            <a:picLocks xmlns:a="http://schemas.openxmlformats.org/drawingml/2006/main" noChangeAspect="1"/>
          </p:cNvPicPr>
          <p:nvPr/>
        </p:nvPicPr>
        <p:blipFill>
          <a:blip xmlns:r="http://schemas.openxmlformats.org/officeDocument/2006/relationships" xmlns:a="http://schemas.openxmlformats.org/drawingml/2006/main" r:embed="R52901c400a3c44ab"/>
          <a:stretch xmlns:a="http://schemas.openxmlformats.org/drawingml/2006/main"/>
        </p:blipFill>
        <p:spPr>
          <a:xfrm xmlns:a="http://schemas.openxmlformats.org/drawingml/2006/main">
            <a:off x="7115175" y="2393950"/>
            <a:ext cx="4648200" cy="3098800"/>
          </a:xfrm>
          <a:prstGeom xmlns:a="http://schemas.openxmlformats.org/drawingml/2006/main" prst="rect">
            <a:avLst/>
          </a:prstGeom>
        </p:spPr>
      </p:pic>
      <p:sp>
        <p:nvSpPr>
          <p:cNvPr id="8" name="Ilustrasi konsep media">
            <a:extLst xmlns:a="http://schemas.openxmlformats.org/drawingml/2006/main">
              <a:ext uri="{FF2B5EF4-FFF2-40B4-BE49-F238E27FC236}">
                <a16:creationId xmlns:a16="http://schemas.microsoft.com/office/drawing/2014/main" id="{47A47F73-00D1-4023-B849-A669E68FA4F6}"/>
              </a:ext>
            </a:extLst>
          </p:cNvPr>
          <p:cNvSpPr>
            <a:spLocks xmlns:a="http://schemas.openxmlformats.org/drawingml/2006/main" noGrp="1"/>
          </p:cNvSpPr>
          <p:nvPr/>
        </p:nvSpPr>
        <p:spPr>
          <a:xfrm xmlns:a="http://schemas.openxmlformats.org/drawingml/2006/main">
            <a:off x="7334250" y="576262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42586B"/>
                </a:solidFill>
                <a:latin typeface="Calibri"/>
                <a:ea typeface="Calibri"/>
                <a:cs typeface="Calibri"/>
              </a:defRPr>
            </a:defPPr>
            <a:lvl1pPr algn="ctr">
              <a:defRPr sz="1725" b="0">
                <a:solidFill>
                  <a:srgbClr val="42586B"/>
                </a:solidFill>
                <a:latin typeface="Calibri"/>
                <a:ea typeface="Calibri"/>
                <a:cs typeface="Calibri"/>
              </a:defRPr>
            </a:lvl1pPr>
            <a:lvl2pPr algn="ctr">
              <a:defRPr sz="1725" b="0">
                <a:solidFill>
                  <a:srgbClr val="42586B"/>
                </a:solidFill>
                <a:latin typeface="Calibri"/>
                <a:ea typeface="Calibri"/>
                <a:cs typeface="Calibri"/>
              </a:defRPr>
            </a:lvl2pPr>
            <a:lvl3pPr algn="ctr">
              <a:defRPr sz="1725" b="0">
                <a:solidFill>
                  <a:srgbClr val="42586B"/>
                </a:solidFill>
                <a:latin typeface="Calibri"/>
                <a:ea typeface="Calibri"/>
                <a:cs typeface="Calibri"/>
              </a:defRPr>
            </a:lvl3pPr>
            <a:lvl4pPr algn="ctr">
              <a:defRPr sz="1725" b="0">
                <a:solidFill>
                  <a:srgbClr val="42586B"/>
                </a:solidFill>
                <a:latin typeface="Calibri"/>
                <a:ea typeface="Calibri"/>
                <a:cs typeface="Calibri"/>
              </a:defRPr>
            </a:lvl4pPr>
            <a:lvl5pPr algn="ctr">
              <a:defRPr sz="1725" b="0">
                <a:solidFill>
                  <a:srgbClr val="42586B"/>
                </a:solidFill>
                <a:latin typeface="Calibri"/>
                <a:ea typeface="Calibri"/>
                <a:cs typeface="Calibri"/>
              </a:defRPr>
            </a:lvl5pPr>
            <a:lvl6pPr algn="ctr">
              <a:defRPr sz="1725" b="0">
                <a:solidFill>
                  <a:srgbClr val="42586B"/>
                </a:solidFill>
                <a:latin typeface="Calibri"/>
                <a:ea typeface="Calibri"/>
                <a:cs typeface="Calibri"/>
              </a:defRPr>
            </a:lvl6pPr>
            <a:lvl7pPr algn="ctr">
              <a:defRPr sz="1725" b="0">
                <a:solidFill>
                  <a:srgbClr val="42586B"/>
                </a:solidFill>
                <a:latin typeface="Calibri"/>
                <a:ea typeface="Calibri"/>
                <a:cs typeface="Calibri"/>
              </a:defRPr>
            </a:lvl7pPr>
            <a:lvl8pPr algn="ctr">
              <a:defRPr sz="1725" b="0">
                <a:solidFill>
                  <a:srgbClr val="42586B"/>
                </a:solidFill>
                <a:latin typeface="Calibri"/>
                <a:ea typeface="Calibri"/>
                <a:cs typeface="Calibri"/>
              </a:defRPr>
            </a:lvl8pPr>
            <a:lvl9pPr algn="ctr">
              <a:defRPr sz="1725" b="0">
                <a:solidFill>
                  <a:srgbClr val="42586B"/>
                </a:solidFill>
                <a:latin typeface="Calibri"/>
                <a:ea typeface="Calibri"/>
                <a:cs typeface="Calibri"/>
              </a:defRPr>
            </a:lvl9pPr>
          </a:lstStyle>
          <a:p xmlns:a="http://schemas.openxmlformats.org/drawingml/2006/main">
            <a:pPr algn="ctr">
              <a:defRPr sz="1725" b="0">
                <a:solidFill>
                  <a:srgbClr val="42586B"/>
                </a:solidFill>
                <a:latin typeface="Calibri"/>
                <a:ea typeface="Calibri"/>
                <a:cs typeface="Calibri"/>
              </a:defRPr>
            </a:pPr>
            <a:r>
              <a:rPr sz="1725" b="0">
                <a:solidFill>
                  <a:srgbClr val="42586B"/>
                </a:solidFill>
                <a:latin typeface="Calibri"/>
                <a:ea typeface="Calibri"/>
                <a:cs typeface="Calibri"/>
              </a:rPr>
              <a:t>Ilustrasi konsep media</a:t>
            </a:r>
          </a:p>
        </p:txBody>
      </p:sp>
      <p:sp>
        <p:nvSpPr>
          <p:cNvPr id="9" name="Bidang warna">
            <a:extLst xmlns:a="http://schemas.openxmlformats.org/drawingml/2006/main">
              <a:ext uri="{FF2B5EF4-FFF2-40B4-BE49-F238E27FC236}">
                <a16:creationId xmlns:a16="http://schemas.microsoft.com/office/drawing/2014/main" id="{4918C133-08F7-434D-BCA8-1E01E2A79AEE}"/>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0" name="Peran saya: memberi tujuan, pertanyaan penuntun, dan pendampingan prak">
            <a:extLst xmlns:a="http://schemas.openxmlformats.org/drawingml/2006/main">
              <a:ext uri="{FF2B5EF4-FFF2-40B4-BE49-F238E27FC236}">
                <a16:creationId xmlns:a16="http://schemas.microsoft.com/office/drawing/2014/main" id="{ABFB0092-5A04-4DDC-B292-B017E1A7B9EB}"/>
              </a:ext>
            </a:extLst>
          </p:cNvPr>
          <p:cNvSpPr>
            <a:spLocks xmlns:a="http://schemas.openxmlformats.org/drawingml/2006/main" noGrp="1"/>
          </p:cNvSpPr>
          <p:nvPr/>
        </p:nvSpPr>
        <p:spPr>
          <a:xfrm xmlns:a="http://schemas.openxmlformats.org/drawingml/2006/main">
            <a:off x="533400" y="63722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Calibri"/>
                <a:ea typeface="Calibri"/>
                <a:cs typeface="Calibri"/>
              </a:defRPr>
            </a:defPPr>
            <a:lvl1pPr algn="l">
              <a:defRPr sz="2175" b="1">
                <a:solidFill>
                  <a:srgbClr val="FFFFFF"/>
                </a:solidFill>
                <a:latin typeface="Calibri"/>
                <a:ea typeface="Calibri"/>
                <a:cs typeface="Calibri"/>
              </a:defRPr>
            </a:lvl1pPr>
            <a:lvl2pPr algn="l">
              <a:defRPr sz="2175" b="1">
                <a:solidFill>
                  <a:srgbClr val="FFFFFF"/>
                </a:solidFill>
                <a:latin typeface="Calibri"/>
                <a:ea typeface="Calibri"/>
                <a:cs typeface="Calibri"/>
              </a:defRPr>
            </a:lvl2pPr>
            <a:lvl3pPr algn="l">
              <a:defRPr sz="2175" b="1">
                <a:solidFill>
                  <a:srgbClr val="FFFFFF"/>
                </a:solidFill>
                <a:latin typeface="Calibri"/>
                <a:ea typeface="Calibri"/>
                <a:cs typeface="Calibri"/>
              </a:defRPr>
            </a:lvl3pPr>
            <a:lvl4pPr algn="l">
              <a:defRPr sz="2175" b="1">
                <a:solidFill>
                  <a:srgbClr val="FFFFFF"/>
                </a:solidFill>
                <a:latin typeface="Calibri"/>
                <a:ea typeface="Calibri"/>
                <a:cs typeface="Calibri"/>
              </a:defRPr>
            </a:lvl4pPr>
            <a:lvl5pPr algn="l">
              <a:defRPr sz="2175" b="1">
                <a:solidFill>
                  <a:srgbClr val="FFFFFF"/>
                </a:solidFill>
                <a:latin typeface="Calibri"/>
                <a:ea typeface="Calibri"/>
                <a:cs typeface="Calibri"/>
              </a:defRPr>
            </a:lvl5pPr>
            <a:lvl6pPr algn="l">
              <a:defRPr sz="2175" b="1">
                <a:solidFill>
                  <a:srgbClr val="FFFFFF"/>
                </a:solidFill>
                <a:latin typeface="Calibri"/>
                <a:ea typeface="Calibri"/>
                <a:cs typeface="Calibri"/>
              </a:defRPr>
            </a:lvl6pPr>
            <a:lvl7pPr algn="l">
              <a:defRPr sz="2175" b="1">
                <a:solidFill>
                  <a:srgbClr val="FFFFFF"/>
                </a:solidFill>
                <a:latin typeface="Calibri"/>
                <a:ea typeface="Calibri"/>
                <a:cs typeface="Calibri"/>
              </a:defRPr>
            </a:lvl7pPr>
            <a:lvl8pPr algn="l">
              <a:defRPr sz="2175" b="1">
                <a:solidFill>
                  <a:srgbClr val="FFFFFF"/>
                </a:solidFill>
                <a:latin typeface="Calibri"/>
                <a:ea typeface="Calibri"/>
                <a:cs typeface="Calibri"/>
              </a:defRPr>
            </a:lvl8pPr>
            <a:lvl9pPr algn="l">
              <a:defRPr sz="2175" b="1">
                <a:solidFill>
                  <a:srgbClr val="FFFFFF"/>
                </a:solidFill>
                <a:latin typeface="Calibri"/>
                <a:ea typeface="Calibri"/>
                <a:cs typeface="Calibri"/>
              </a:defRPr>
            </a:lvl9pPr>
          </a:lstStyle>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Peran saya: memberi tujuan, pertanyaan penuntun, dan pendampingan praktik.</a:t>
            </a:r>
          </a:p>
        </p:txBody>
      </p:sp>
    </p:spTree>
    <p:extLst>
      <p:ext uri="{BB962C8B-B14F-4D97-AF65-F5344CB8AC3E}">
        <p14:creationId xmlns:p14="http://schemas.microsoft.com/office/powerpoint/2010/main" val="413824403"/>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1" name="Artefak 1: simulasi fabrikasi dan pengelasan">
            <a:extLst xmlns:a="http://schemas.openxmlformats.org/drawingml/2006/main">
              <a:ext uri="{FF2B5EF4-FFF2-40B4-BE49-F238E27FC236}">
                <a16:creationId xmlns:a16="http://schemas.microsoft.com/office/drawing/2014/main" id="{F35A9E5F-8ECE-42E6-B825-BF29624C5E61}"/>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vl1pPr algn="l">
              <a:defRPr sz="3600" b="1">
                <a:solidFill>
                  <a:srgbClr val="FFFFFF"/>
                </a:solidFill>
                <a:latin typeface="Calibri"/>
                <a:ea typeface="Calibri"/>
                <a:cs typeface="Calibri"/>
              </a:defRPr>
            </a:lvl1pPr>
            <a:lvl2pPr algn="l">
              <a:defRPr sz="3600" b="1">
                <a:solidFill>
                  <a:srgbClr val="FFFFFF"/>
                </a:solidFill>
                <a:latin typeface="Calibri"/>
                <a:ea typeface="Calibri"/>
                <a:cs typeface="Calibri"/>
              </a:defRPr>
            </a:lvl2pPr>
            <a:lvl3pPr algn="l">
              <a:defRPr sz="3600" b="1">
                <a:solidFill>
                  <a:srgbClr val="FFFFFF"/>
                </a:solidFill>
                <a:latin typeface="Calibri"/>
                <a:ea typeface="Calibri"/>
                <a:cs typeface="Calibri"/>
              </a:defRPr>
            </a:lvl3pPr>
            <a:lvl4pPr algn="l">
              <a:defRPr sz="3600" b="1">
                <a:solidFill>
                  <a:srgbClr val="FFFFFF"/>
                </a:solidFill>
                <a:latin typeface="Calibri"/>
                <a:ea typeface="Calibri"/>
                <a:cs typeface="Calibri"/>
              </a:defRPr>
            </a:lvl4pPr>
            <a:lvl5pPr algn="l">
              <a:defRPr sz="3600" b="1">
                <a:solidFill>
                  <a:srgbClr val="FFFFFF"/>
                </a:solidFill>
                <a:latin typeface="Calibri"/>
                <a:ea typeface="Calibri"/>
                <a:cs typeface="Calibri"/>
              </a:defRPr>
            </a:lvl5pPr>
            <a:lvl6pPr algn="l">
              <a:defRPr sz="3600" b="1">
                <a:solidFill>
                  <a:srgbClr val="FFFFFF"/>
                </a:solidFill>
                <a:latin typeface="Calibri"/>
                <a:ea typeface="Calibri"/>
                <a:cs typeface="Calibri"/>
              </a:defRPr>
            </a:lvl6pPr>
            <a:lvl7pPr algn="l">
              <a:defRPr sz="3600" b="1">
                <a:solidFill>
                  <a:srgbClr val="FFFFFF"/>
                </a:solidFill>
                <a:latin typeface="Calibri"/>
                <a:ea typeface="Calibri"/>
                <a:cs typeface="Calibri"/>
              </a:defRPr>
            </a:lvl7pPr>
            <a:lvl8pPr algn="l">
              <a:defRPr sz="3600" b="1">
                <a:solidFill>
                  <a:srgbClr val="FFFFFF"/>
                </a:solidFill>
                <a:latin typeface="Calibri"/>
                <a:ea typeface="Calibri"/>
                <a:cs typeface="Calibri"/>
              </a:defRPr>
            </a:lvl8pPr>
            <a:lvl9pPr algn="l">
              <a:defRPr sz="3600" b="1">
                <a:solidFill>
                  <a:srgbClr val="FFFFFF"/>
                </a:solidFill>
                <a:latin typeface="Calibri"/>
                <a:ea typeface="Calibri"/>
                <a:cs typeface="Calibri"/>
              </a:defRPr>
            </a:lvl9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Artefak 1: simulasi fabrikasi dan pengelasan</a:t>
            </a:r>
          </a:p>
        </p:txBody>
      </p:sp>
      <p:sp>
        <p:nvSpPr>
          <p:cNvPr id="2" name="07">
            <a:extLst xmlns:a="http://schemas.openxmlformats.org/drawingml/2006/main">
              <a:ext uri="{FF2B5EF4-FFF2-40B4-BE49-F238E27FC236}">
                <a16:creationId xmlns:a16="http://schemas.microsoft.com/office/drawing/2014/main" id="{58317B58-C03D-45DD-92C8-9CC84FA2CC69}"/>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A5C4D5"/>
                </a:solidFill>
                <a:latin typeface="Calibri"/>
                <a:ea typeface="Calibri"/>
                <a:cs typeface="Calibri"/>
              </a:defRPr>
            </a:defPPr>
            <a:lvl1pPr algn="r">
              <a:defRPr sz="1650" b="0">
                <a:solidFill>
                  <a:srgbClr val="A5C4D5"/>
                </a:solidFill>
                <a:latin typeface="Calibri"/>
                <a:ea typeface="Calibri"/>
                <a:cs typeface="Calibri"/>
              </a:defRPr>
            </a:lvl1pPr>
            <a:lvl2pPr algn="r">
              <a:defRPr sz="1650" b="0">
                <a:solidFill>
                  <a:srgbClr val="A5C4D5"/>
                </a:solidFill>
                <a:latin typeface="Calibri"/>
                <a:ea typeface="Calibri"/>
                <a:cs typeface="Calibri"/>
              </a:defRPr>
            </a:lvl2pPr>
            <a:lvl3pPr algn="r">
              <a:defRPr sz="1650" b="0">
                <a:solidFill>
                  <a:srgbClr val="A5C4D5"/>
                </a:solidFill>
                <a:latin typeface="Calibri"/>
                <a:ea typeface="Calibri"/>
                <a:cs typeface="Calibri"/>
              </a:defRPr>
            </a:lvl3pPr>
            <a:lvl4pPr algn="r">
              <a:defRPr sz="1650" b="0">
                <a:solidFill>
                  <a:srgbClr val="A5C4D5"/>
                </a:solidFill>
                <a:latin typeface="Calibri"/>
                <a:ea typeface="Calibri"/>
                <a:cs typeface="Calibri"/>
              </a:defRPr>
            </a:lvl4pPr>
            <a:lvl5pPr algn="r">
              <a:defRPr sz="1650" b="0">
                <a:solidFill>
                  <a:srgbClr val="A5C4D5"/>
                </a:solidFill>
                <a:latin typeface="Calibri"/>
                <a:ea typeface="Calibri"/>
                <a:cs typeface="Calibri"/>
              </a:defRPr>
            </a:lvl5pPr>
            <a:lvl6pPr algn="r">
              <a:defRPr sz="1650" b="0">
                <a:solidFill>
                  <a:srgbClr val="A5C4D5"/>
                </a:solidFill>
                <a:latin typeface="Calibri"/>
                <a:ea typeface="Calibri"/>
                <a:cs typeface="Calibri"/>
              </a:defRPr>
            </a:lvl6pPr>
            <a:lvl7pPr algn="r">
              <a:defRPr sz="1650" b="0">
                <a:solidFill>
                  <a:srgbClr val="A5C4D5"/>
                </a:solidFill>
                <a:latin typeface="Calibri"/>
                <a:ea typeface="Calibri"/>
                <a:cs typeface="Calibri"/>
              </a:defRPr>
            </a:lvl7pPr>
            <a:lvl8pPr algn="r">
              <a:defRPr sz="1650" b="0">
                <a:solidFill>
                  <a:srgbClr val="A5C4D5"/>
                </a:solidFill>
                <a:latin typeface="Calibri"/>
                <a:ea typeface="Calibri"/>
                <a:cs typeface="Calibri"/>
              </a:defRPr>
            </a:lvl8pPr>
            <a:lvl9pPr algn="r">
              <a:defRPr sz="1650" b="0">
                <a:solidFill>
                  <a:srgbClr val="A5C4D5"/>
                </a:solidFill>
                <a:latin typeface="Calibri"/>
                <a:ea typeface="Calibri"/>
                <a:cs typeface="Calibri"/>
              </a:defRPr>
            </a:lvl9pPr>
          </a:lstStyle>
          <a:p xmlns:a="http://schemas.openxmlformats.org/drawingml/2006/main">
            <a:pPr algn="r">
              <a:defRPr sz="1650" b="0">
                <a:solidFill>
                  <a:srgbClr val="A5C4D5"/>
                </a:solidFill>
                <a:latin typeface="Calibri"/>
                <a:ea typeface="Calibri"/>
                <a:cs typeface="Calibri"/>
              </a:defRPr>
            </a:pPr>
            <a:r>
              <a:rPr sz="1650" b="0">
                <a:solidFill>
                  <a:srgbClr val="A5C4D5"/>
                </a:solidFill>
                <a:latin typeface="Calibri"/>
                <a:ea typeface="Calibri"/>
                <a:cs typeface="Calibri"/>
              </a:rPr>
              <a:t>07</a:t>
            </a:r>
          </a:p>
        </p:txBody>
      </p:sp>
      <p:sp>
        <p:nvSpPr>
          <p:cNvPr id="3" name="Apa yang dapat saya pelajari dari karya ini?">
            <a:extLst xmlns:a="http://schemas.openxmlformats.org/drawingml/2006/main">
              <a:ext uri="{FF2B5EF4-FFF2-40B4-BE49-F238E27FC236}">
                <a16:creationId xmlns:a16="http://schemas.microsoft.com/office/drawing/2014/main" id="{63E20EDC-ACB5-4997-8AF8-B1C6872F8E7A}"/>
              </a:ext>
            </a:extLst>
          </p:cNvPr>
          <p:cNvSpPr>
            <a:spLocks xmlns:a="http://schemas.openxmlformats.org/drawingml/2006/main" noGrp="1"/>
          </p:cNvSpPr>
          <p:nvPr/>
        </p:nvSpPr>
        <p:spPr>
          <a:xfrm xmlns:a="http://schemas.openxmlformats.org/drawingml/2006/main">
            <a:off x="533400" y="12573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8ED5D6"/>
                </a:solidFill>
                <a:latin typeface="Calibri"/>
                <a:ea typeface="Calibri"/>
                <a:cs typeface="Calibri"/>
              </a:defRPr>
            </a:defPPr>
            <a:lvl1pPr algn="l">
              <a:defRPr sz="2325" b="0">
                <a:solidFill>
                  <a:srgbClr val="8ED5D6"/>
                </a:solidFill>
                <a:latin typeface="Calibri"/>
                <a:ea typeface="Calibri"/>
                <a:cs typeface="Calibri"/>
              </a:defRPr>
            </a:lvl1pPr>
            <a:lvl2pPr algn="l">
              <a:defRPr sz="2325" b="0">
                <a:solidFill>
                  <a:srgbClr val="8ED5D6"/>
                </a:solidFill>
                <a:latin typeface="Calibri"/>
                <a:ea typeface="Calibri"/>
                <a:cs typeface="Calibri"/>
              </a:defRPr>
            </a:lvl2pPr>
            <a:lvl3pPr algn="l">
              <a:defRPr sz="2325" b="0">
                <a:solidFill>
                  <a:srgbClr val="8ED5D6"/>
                </a:solidFill>
                <a:latin typeface="Calibri"/>
                <a:ea typeface="Calibri"/>
                <a:cs typeface="Calibri"/>
              </a:defRPr>
            </a:lvl3pPr>
            <a:lvl4pPr algn="l">
              <a:defRPr sz="2325" b="0">
                <a:solidFill>
                  <a:srgbClr val="8ED5D6"/>
                </a:solidFill>
                <a:latin typeface="Calibri"/>
                <a:ea typeface="Calibri"/>
                <a:cs typeface="Calibri"/>
              </a:defRPr>
            </a:lvl4pPr>
            <a:lvl5pPr algn="l">
              <a:defRPr sz="2325" b="0">
                <a:solidFill>
                  <a:srgbClr val="8ED5D6"/>
                </a:solidFill>
                <a:latin typeface="Calibri"/>
                <a:ea typeface="Calibri"/>
                <a:cs typeface="Calibri"/>
              </a:defRPr>
            </a:lvl5pPr>
            <a:lvl6pPr algn="l">
              <a:defRPr sz="2325" b="0">
                <a:solidFill>
                  <a:srgbClr val="8ED5D6"/>
                </a:solidFill>
                <a:latin typeface="Calibri"/>
                <a:ea typeface="Calibri"/>
                <a:cs typeface="Calibri"/>
              </a:defRPr>
            </a:lvl6pPr>
            <a:lvl7pPr algn="l">
              <a:defRPr sz="2325" b="0">
                <a:solidFill>
                  <a:srgbClr val="8ED5D6"/>
                </a:solidFill>
                <a:latin typeface="Calibri"/>
                <a:ea typeface="Calibri"/>
                <a:cs typeface="Calibri"/>
              </a:defRPr>
            </a:lvl7pPr>
            <a:lvl8pPr algn="l">
              <a:defRPr sz="2325" b="0">
                <a:solidFill>
                  <a:srgbClr val="8ED5D6"/>
                </a:solidFill>
                <a:latin typeface="Calibri"/>
                <a:ea typeface="Calibri"/>
                <a:cs typeface="Calibri"/>
              </a:defRPr>
            </a:lvl8pPr>
            <a:lvl9pPr algn="l">
              <a:defRPr sz="2325" b="0">
                <a:solidFill>
                  <a:srgbClr val="8ED5D6"/>
                </a:solidFill>
                <a:latin typeface="Calibri"/>
                <a:ea typeface="Calibri"/>
                <a:cs typeface="Calibri"/>
              </a:defRPr>
            </a:lvl9pPr>
          </a:lstStyle>
          <a:p xmlns:a="http://schemas.openxmlformats.org/drawingml/2006/main">
            <a:pPr algn="l">
              <a:defRPr sz="2325" b="0">
                <a:solidFill>
                  <a:srgbClr val="8ED5D6"/>
                </a:solidFill>
                <a:latin typeface="Calibri"/>
                <a:ea typeface="Calibri"/>
                <a:cs typeface="Calibri"/>
              </a:defRPr>
            </a:pPr>
            <a:r>
              <a:rPr sz="2325" b="0">
                <a:solidFill>
                  <a:srgbClr val="8ED5D6"/>
                </a:solidFill>
                <a:latin typeface="Calibri"/>
                <a:ea typeface="Calibri"/>
                <a:cs typeface="Calibri"/>
              </a:rPr>
              <a:t>Apa yang dapat saya pelajari dari karya ini?</a:t>
            </a:r>
          </a:p>
        </p:txBody>
      </p:sp>
      <p:pic>
        <p:nvPicPr>
          <p:cNvPr id="4" name="">
            <a:extLst xmlns:a="http://schemas.openxmlformats.org/drawingml/2006/main">
              <a:ext uri="{FF2B5EF4-FFF2-40B4-BE49-F238E27FC236}">
                <a16:creationId xmlns:a16="http://schemas.microsoft.com/office/drawing/2014/main" id="{61D4BBA2-7839-49EC-85FC-6A07B75B758A}"/>
              </a:ext>
            </a:extLst>
          </p:cNvPr>
          <p:cNvPicPr>
            <a:picLocks xmlns:a="http://schemas.openxmlformats.org/drawingml/2006/main" noChangeAspect="1"/>
          </p:cNvPicPr>
          <p:nvPr/>
        </p:nvPicPr>
        <p:blipFill>
          <a:blip xmlns:r="http://schemas.openxmlformats.org/officeDocument/2006/relationships" xmlns:a="http://schemas.openxmlformats.org/drawingml/2006/main" r:embed="Ra9ca631f8c3946b4"/>
          <a:stretch xmlns:a="http://schemas.openxmlformats.org/drawingml/2006/main"/>
        </p:blipFill>
        <p:spPr>
          <a:xfrm xmlns:a="http://schemas.openxmlformats.org/drawingml/2006/main">
            <a:off x="533400" y="2047699"/>
            <a:ext cx="7162800" cy="4029427"/>
          </a:xfrm>
          <a:prstGeom xmlns:a="http://schemas.openxmlformats.org/drawingml/2006/main" prst="rect">
            <a:avLst/>
          </a:prstGeom>
        </p:spPr>
      </p:pic>
      <p:sp>
        <p:nvSpPr>
          <p:cNvPr id="5" name="Yang terlihat">
            <a:extLst xmlns:a="http://schemas.openxmlformats.org/drawingml/2006/main">
              <a:ext uri="{FF2B5EF4-FFF2-40B4-BE49-F238E27FC236}">
                <a16:creationId xmlns:a16="http://schemas.microsoft.com/office/drawing/2014/main" id="{DB0EF487-408C-4253-A590-D921E5981984}"/>
              </a:ext>
            </a:extLst>
          </p:cNvPr>
          <p:cNvSpPr>
            <a:spLocks xmlns:a="http://schemas.openxmlformats.org/drawingml/2006/main" noGrp="1"/>
          </p:cNvSpPr>
          <p:nvPr/>
        </p:nvSpPr>
        <p:spPr>
          <a:xfrm xmlns:a="http://schemas.openxmlformats.org/drawingml/2006/main">
            <a:off x="8096250" y="209550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3B343"/>
                </a:solidFill>
                <a:latin typeface="Calibri"/>
                <a:ea typeface="Calibri"/>
                <a:cs typeface="Calibri"/>
              </a:defRPr>
            </a:defPPr>
            <a:lvl1pPr algn="l">
              <a:defRPr sz="2550" b="1">
                <a:solidFill>
                  <a:srgbClr val="F3B343"/>
                </a:solidFill>
                <a:latin typeface="Calibri"/>
                <a:ea typeface="Calibri"/>
                <a:cs typeface="Calibri"/>
              </a:defRPr>
            </a:lvl1pPr>
            <a:lvl2pPr algn="l">
              <a:defRPr sz="2550" b="1">
                <a:solidFill>
                  <a:srgbClr val="F3B343"/>
                </a:solidFill>
                <a:latin typeface="Calibri"/>
                <a:ea typeface="Calibri"/>
                <a:cs typeface="Calibri"/>
              </a:defRPr>
            </a:lvl2pPr>
            <a:lvl3pPr algn="l">
              <a:defRPr sz="2550" b="1">
                <a:solidFill>
                  <a:srgbClr val="F3B343"/>
                </a:solidFill>
                <a:latin typeface="Calibri"/>
                <a:ea typeface="Calibri"/>
                <a:cs typeface="Calibri"/>
              </a:defRPr>
            </a:lvl3pPr>
            <a:lvl4pPr algn="l">
              <a:defRPr sz="2550" b="1">
                <a:solidFill>
                  <a:srgbClr val="F3B343"/>
                </a:solidFill>
                <a:latin typeface="Calibri"/>
                <a:ea typeface="Calibri"/>
                <a:cs typeface="Calibri"/>
              </a:defRPr>
            </a:lvl4pPr>
            <a:lvl5pPr algn="l">
              <a:defRPr sz="2550" b="1">
                <a:solidFill>
                  <a:srgbClr val="F3B343"/>
                </a:solidFill>
                <a:latin typeface="Calibri"/>
                <a:ea typeface="Calibri"/>
                <a:cs typeface="Calibri"/>
              </a:defRPr>
            </a:lvl5pPr>
            <a:lvl6pPr algn="l">
              <a:defRPr sz="2550" b="1">
                <a:solidFill>
                  <a:srgbClr val="F3B343"/>
                </a:solidFill>
                <a:latin typeface="Calibri"/>
                <a:ea typeface="Calibri"/>
                <a:cs typeface="Calibri"/>
              </a:defRPr>
            </a:lvl6pPr>
            <a:lvl7pPr algn="l">
              <a:defRPr sz="2550" b="1">
                <a:solidFill>
                  <a:srgbClr val="F3B343"/>
                </a:solidFill>
                <a:latin typeface="Calibri"/>
                <a:ea typeface="Calibri"/>
                <a:cs typeface="Calibri"/>
              </a:defRPr>
            </a:lvl7pPr>
            <a:lvl8pPr algn="l">
              <a:defRPr sz="2550" b="1">
                <a:solidFill>
                  <a:srgbClr val="F3B343"/>
                </a:solidFill>
                <a:latin typeface="Calibri"/>
                <a:ea typeface="Calibri"/>
                <a:cs typeface="Calibri"/>
              </a:defRPr>
            </a:lvl8pPr>
            <a:lvl9pPr algn="l">
              <a:defRPr sz="2550" b="1">
                <a:solidFill>
                  <a:srgbClr val="F3B343"/>
                </a:solidFill>
                <a:latin typeface="Calibri"/>
                <a:ea typeface="Calibri"/>
                <a:cs typeface="Calibri"/>
              </a:defRPr>
            </a:lvl9pPr>
          </a:lstStyle>
          <a:p xmlns:a="http://schemas.openxmlformats.org/drawingml/2006/main">
            <a:pPr algn="l">
              <a:defRPr sz="2550" b="1">
                <a:solidFill>
                  <a:srgbClr val="F3B343"/>
                </a:solidFill>
                <a:latin typeface="Calibri"/>
                <a:ea typeface="Calibri"/>
                <a:cs typeface="Calibri"/>
              </a:defRPr>
            </a:pPr>
            <a:r>
              <a:rPr sz="2550" b="1">
                <a:solidFill>
                  <a:srgbClr val="F3B343"/>
                </a:solidFill>
                <a:latin typeface="Calibri"/>
                <a:ea typeface="Calibri"/>
                <a:cs typeface="Calibri"/>
              </a:rPr>
              <a:t>Yang terlihat</a:t>
            </a:r>
          </a:p>
        </p:txBody>
      </p:sp>
      <p:sp>
        <p:nvSpPr>
          <p:cNvPr id="6" name="Model rakitan 3D, sudut tekuk, dan kalkulasi bentangan.">
            <a:extLst xmlns:a="http://schemas.openxmlformats.org/drawingml/2006/main">
              <a:ext uri="{FF2B5EF4-FFF2-40B4-BE49-F238E27FC236}">
                <a16:creationId xmlns:a16="http://schemas.microsoft.com/office/drawing/2014/main" id="{58578FD5-58E9-468A-A8AD-1E28E4F1EB2B}"/>
              </a:ext>
            </a:extLst>
          </p:cNvPr>
          <p:cNvSpPr>
            <a:spLocks xmlns:a="http://schemas.openxmlformats.org/drawingml/2006/main" noGrp="1"/>
          </p:cNvSpPr>
          <p:nvPr/>
        </p:nvSpPr>
        <p:spPr>
          <a:xfrm xmlns:a="http://schemas.openxmlformats.org/drawingml/2006/main">
            <a:off x="8096250" y="2686050"/>
            <a:ext cx="3524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Calibri"/>
                <a:ea typeface="Calibri"/>
                <a:cs typeface="Calibri"/>
              </a:defRPr>
            </a:defPPr>
            <a:lvl1pPr algn="l">
              <a:defRPr sz="2250" b="0">
                <a:solidFill>
                  <a:srgbClr val="FFFFFF"/>
                </a:solidFill>
                <a:latin typeface="Calibri"/>
                <a:ea typeface="Calibri"/>
                <a:cs typeface="Calibri"/>
              </a:defRPr>
            </a:lvl1pPr>
            <a:lvl2pPr algn="l">
              <a:defRPr sz="2250" b="0">
                <a:solidFill>
                  <a:srgbClr val="FFFFFF"/>
                </a:solidFill>
                <a:latin typeface="Calibri"/>
                <a:ea typeface="Calibri"/>
                <a:cs typeface="Calibri"/>
              </a:defRPr>
            </a:lvl2pPr>
            <a:lvl3pPr algn="l">
              <a:defRPr sz="2250" b="0">
                <a:solidFill>
                  <a:srgbClr val="FFFFFF"/>
                </a:solidFill>
                <a:latin typeface="Calibri"/>
                <a:ea typeface="Calibri"/>
                <a:cs typeface="Calibri"/>
              </a:defRPr>
            </a:lvl3pPr>
            <a:lvl4pPr algn="l">
              <a:defRPr sz="2250" b="0">
                <a:solidFill>
                  <a:srgbClr val="FFFFFF"/>
                </a:solidFill>
                <a:latin typeface="Calibri"/>
                <a:ea typeface="Calibri"/>
                <a:cs typeface="Calibri"/>
              </a:defRPr>
            </a:lvl4pPr>
            <a:lvl5pPr algn="l">
              <a:defRPr sz="2250" b="0">
                <a:solidFill>
                  <a:srgbClr val="FFFFFF"/>
                </a:solidFill>
                <a:latin typeface="Calibri"/>
                <a:ea typeface="Calibri"/>
                <a:cs typeface="Calibri"/>
              </a:defRPr>
            </a:lvl5pPr>
            <a:lvl6pPr algn="l">
              <a:defRPr sz="2250" b="0">
                <a:solidFill>
                  <a:srgbClr val="FFFFFF"/>
                </a:solidFill>
                <a:latin typeface="Calibri"/>
                <a:ea typeface="Calibri"/>
                <a:cs typeface="Calibri"/>
              </a:defRPr>
            </a:lvl6pPr>
            <a:lvl7pPr algn="l">
              <a:defRPr sz="2250" b="0">
                <a:solidFill>
                  <a:srgbClr val="FFFFFF"/>
                </a:solidFill>
                <a:latin typeface="Calibri"/>
                <a:ea typeface="Calibri"/>
                <a:cs typeface="Calibri"/>
              </a:defRPr>
            </a:lvl7pPr>
            <a:lvl8pPr algn="l">
              <a:defRPr sz="2250" b="0">
                <a:solidFill>
                  <a:srgbClr val="FFFFFF"/>
                </a:solidFill>
                <a:latin typeface="Calibri"/>
                <a:ea typeface="Calibri"/>
                <a:cs typeface="Calibri"/>
              </a:defRPr>
            </a:lvl8pPr>
            <a:lvl9pPr algn="l">
              <a:defRPr sz="2250" b="0">
                <a:solidFill>
                  <a:srgbClr val="FFFFFF"/>
                </a:solidFill>
                <a:latin typeface="Calibri"/>
                <a:ea typeface="Calibri"/>
                <a:cs typeface="Calibri"/>
              </a:defRPr>
            </a:lvl9pPr>
          </a:lstStyle>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Model rakitan 3D,</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sudut tekuk, dan</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kalkulasi bentangan.</a:t>
            </a:r>
          </a:p>
        </p:txBody>
      </p:sp>
      <p:sp>
        <p:nvSpPr>
          <p:cNvPr id="7" name="Makna reflektif">
            <a:extLst xmlns:a="http://schemas.openxmlformats.org/drawingml/2006/main">
              <a:ext uri="{FF2B5EF4-FFF2-40B4-BE49-F238E27FC236}">
                <a16:creationId xmlns:a16="http://schemas.microsoft.com/office/drawing/2014/main" id="{FC0D23D9-8226-48B9-A2A1-601D1A2092C8}"/>
              </a:ext>
            </a:extLst>
          </p:cNvPr>
          <p:cNvSpPr>
            <a:spLocks xmlns:a="http://schemas.openxmlformats.org/drawingml/2006/main" noGrp="1"/>
          </p:cNvSpPr>
          <p:nvPr/>
        </p:nvSpPr>
        <p:spPr>
          <a:xfrm xmlns:a="http://schemas.openxmlformats.org/drawingml/2006/main">
            <a:off x="8096250" y="41719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8ED5D6"/>
                </a:solidFill>
                <a:latin typeface="Calibri"/>
                <a:ea typeface="Calibri"/>
                <a:cs typeface="Calibri"/>
              </a:defRPr>
            </a:defPPr>
            <a:lvl1pPr algn="l">
              <a:defRPr sz="2550" b="1">
                <a:solidFill>
                  <a:srgbClr val="8ED5D6"/>
                </a:solidFill>
                <a:latin typeface="Calibri"/>
                <a:ea typeface="Calibri"/>
                <a:cs typeface="Calibri"/>
              </a:defRPr>
            </a:lvl1pPr>
            <a:lvl2pPr algn="l">
              <a:defRPr sz="2550" b="1">
                <a:solidFill>
                  <a:srgbClr val="8ED5D6"/>
                </a:solidFill>
                <a:latin typeface="Calibri"/>
                <a:ea typeface="Calibri"/>
                <a:cs typeface="Calibri"/>
              </a:defRPr>
            </a:lvl2pPr>
            <a:lvl3pPr algn="l">
              <a:defRPr sz="2550" b="1">
                <a:solidFill>
                  <a:srgbClr val="8ED5D6"/>
                </a:solidFill>
                <a:latin typeface="Calibri"/>
                <a:ea typeface="Calibri"/>
                <a:cs typeface="Calibri"/>
              </a:defRPr>
            </a:lvl3pPr>
            <a:lvl4pPr algn="l">
              <a:defRPr sz="2550" b="1">
                <a:solidFill>
                  <a:srgbClr val="8ED5D6"/>
                </a:solidFill>
                <a:latin typeface="Calibri"/>
                <a:ea typeface="Calibri"/>
                <a:cs typeface="Calibri"/>
              </a:defRPr>
            </a:lvl4pPr>
            <a:lvl5pPr algn="l">
              <a:defRPr sz="2550" b="1">
                <a:solidFill>
                  <a:srgbClr val="8ED5D6"/>
                </a:solidFill>
                <a:latin typeface="Calibri"/>
                <a:ea typeface="Calibri"/>
                <a:cs typeface="Calibri"/>
              </a:defRPr>
            </a:lvl5pPr>
            <a:lvl6pPr algn="l">
              <a:defRPr sz="2550" b="1">
                <a:solidFill>
                  <a:srgbClr val="8ED5D6"/>
                </a:solidFill>
                <a:latin typeface="Calibri"/>
                <a:ea typeface="Calibri"/>
                <a:cs typeface="Calibri"/>
              </a:defRPr>
            </a:lvl6pPr>
            <a:lvl7pPr algn="l">
              <a:defRPr sz="2550" b="1">
                <a:solidFill>
                  <a:srgbClr val="8ED5D6"/>
                </a:solidFill>
                <a:latin typeface="Calibri"/>
                <a:ea typeface="Calibri"/>
                <a:cs typeface="Calibri"/>
              </a:defRPr>
            </a:lvl7pPr>
            <a:lvl8pPr algn="l">
              <a:defRPr sz="2550" b="1">
                <a:solidFill>
                  <a:srgbClr val="8ED5D6"/>
                </a:solidFill>
                <a:latin typeface="Calibri"/>
                <a:ea typeface="Calibri"/>
                <a:cs typeface="Calibri"/>
              </a:defRPr>
            </a:lvl8pPr>
            <a:lvl9pPr algn="l">
              <a:defRPr sz="2550" b="1">
                <a:solidFill>
                  <a:srgbClr val="8ED5D6"/>
                </a:solidFill>
                <a:latin typeface="Calibri"/>
                <a:ea typeface="Calibri"/>
                <a:cs typeface="Calibri"/>
              </a:defRPr>
            </a:lvl9pPr>
          </a:lstStyle>
          <a:p xmlns:a="http://schemas.openxmlformats.org/drawingml/2006/main">
            <a:pPr algn="l">
              <a:defRPr sz="2550" b="1">
                <a:solidFill>
                  <a:srgbClr val="8ED5D6"/>
                </a:solidFill>
                <a:latin typeface="Calibri"/>
                <a:ea typeface="Calibri"/>
                <a:cs typeface="Calibri"/>
              </a:defRPr>
            </a:pPr>
            <a:r>
              <a:rPr sz="2550" b="1">
                <a:solidFill>
                  <a:srgbClr val="8ED5D6"/>
                </a:solidFill>
                <a:latin typeface="Calibri"/>
                <a:ea typeface="Calibri"/>
                <a:cs typeface="Calibri"/>
              </a:rPr>
              <a:t>Makna reflektif</a:t>
            </a:r>
          </a:p>
        </p:txBody>
      </p:sp>
      <p:sp>
        <p:nvSpPr>
          <p:cNvPr id="8" name="Saya mengubah konsep kejuruan menjadi media yang dapat dieksplorasi.">
            <a:extLst xmlns:a="http://schemas.openxmlformats.org/drawingml/2006/main">
              <a:ext uri="{FF2B5EF4-FFF2-40B4-BE49-F238E27FC236}">
                <a16:creationId xmlns:a16="http://schemas.microsoft.com/office/drawing/2014/main" id="{B931E41D-9BB7-411B-AE52-50B47F50E529}"/>
              </a:ext>
            </a:extLst>
          </p:cNvPr>
          <p:cNvSpPr>
            <a:spLocks xmlns:a="http://schemas.openxmlformats.org/drawingml/2006/main" noGrp="1"/>
          </p:cNvSpPr>
          <p:nvPr/>
        </p:nvSpPr>
        <p:spPr>
          <a:xfrm xmlns:a="http://schemas.openxmlformats.org/drawingml/2006/main">
            <a:off x="8096250" y="4762500"/>
            <a:ext cx="3524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Calibri"/>
                <a:ea typeface="Calibri"/>
                <a:cs typeface="Calibri"/>
              </a:defRPr>
            </a:defPPr>
            <a:lvl1pPr algn="l">
              <a:defRPr sz="2250" b="0">
                <a:solidFill>
                  <a:srgbClr val="FFFFFF"/>
                </a:solidFill>
                <a:latin typeface="Calibri"/>
                <a:ea typeface="Calibri"/>
                <a:cs typeface="Calibri"/>
              </a:defRPr>
            </a:lvl1pPr>
            <a:lvl2pPr algn="l">
              <a:defRPr sz="2250" b="0">
                <a:solidFill>
                  <a:srgbClr val="FFFFFF"/>
                </a:solidFill>
                <a:latin typeface="Calibri"/>
                <a:ea typeface="Calibri"/>
                <a:cs typeface="Calibri"/>
              </a:defRPr>
            </a:lvl2pPr>
            <a:lvl3pPr algn="l">
              <a:defRPr sz="2250" b="0">
                <a:solidFill>
                  <a:srgbClr val="FFFFFF"/>
                </a:solidFill>
                <a:latin typeface="Calibri"/>
                <a:ea typeface="Calibri"/>
                <a:cs typeface="Calibri"/>
              </a:defRPr>
            </a:lvl3pPr>
            <a:lvl4pPr algn="l">
              <a:defRPr sz="2250" b="0">
                <a:solidFill>
                  <a:srgbClr val="FFFFFF"/>
                </a:solidFill>
                <a:latin typeface="Calibri"/>
                <a:ea typeface="Calibri"/>
                <a:cs typeface="Calibri"/>
              </a:defRPr>
            </a:lvl4pPr>
            <a:lvl5pPr algn="l">
              <a:defRPr sz="2250" b="0">
                <a:solidFill>
                  <a:srgbClr val="FFFFFF"/>
                </a:solidFill>
                <a:latin typeface="Calibri"/>
                <a:ea typeface="Calibri"/>
                <a:cs typeface="Calibri"/>
              </a:defRPr>
            </a:lvl5pPr>
            <a:lvl6pPr algn="l">
              <a:defRPr sz="2250" b="0">
                <a:solidFill>
                  <a:srgbClr val="FFFFFF"/>
                </a:solidFill>
                <a:latin typeface="Calibri"/>
                <a:ea typeface="Calibri"/>
                <a:cs typeface="Calibri"/>
              </a:defRPr>
            </a:lvl6pPr>
            <a:lvl7pPr algn="l">
              <a:defRPr sz="2250" b="0">
                <a:solidFill>
                  <a:srgbClr val="FFFFFF"/>
                </a:solidFill>
                <a:latin typeface="Calibri"/>
                <a:ea typeface="Calibri"/>
                <a:cs typeface="Calibri"/>
              </a:defRPr>
            </a:lvl7pPr>
            <a:lvl8pPr algn="l">
              <a:defRPr sz="2250" b="0">
                <a:solidFill>
                  <a:srgbClr val="FFFFFF"/>
                </a:solidFill>
                <a:latin typeface="Calibri"/>
                <a:ea typeface="Calibri"/>
                <a:cs typeface="Calibri"/>
              </a:defRPr>
            </a:lvl8pPr>
            <a:lvl9pPr algn="l">
              <a:defRPr sz="2250" b="0">
                <a:solidFill>
                  <a:srgbClr val="FFFFFF"/>
                </a:solidFill>
                <a:latin typeface="Calibri"/>
                <a:ea typeface="Calibri"/>
                <a:cs typeface="Calibri"/>
              </a:defRPr>
            </a:lvl9pPr>
          </a:lstStyle>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Saya mengubah konsep</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kejuruan menjadi media</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yang dapat dieksplorasi.</a:t>
            </a:r>
          </a:p>
        </p:txBody>
      </p:sp>
      <p:sp>
        <p:nvSpPr>
          <p:cNvPr id="9" name="Bidang warna">
            <a:extLst xmlns:a="http://schemas.openxmlformats.org/drawingml/2006/main">
              <a:ext uri="{FF2B5EF4-FFF2-40B4-BE49-F238E27FC236}">
                <a16:creationId xmlns:a16="http://schemas.microsoft.com/office/drawing/2014/main" id="{EE76E88D-8E2A-4722-82FD-08BFB8AE69DB}"/>
              </a:ext>
            </a:extLst>
          </p:cNvPr>
          <p:cNvSpPr>
            <a:spLocks xmlns:a="http://schemas.openxmlformats.org/drawingml/2006/main" noGrp="1"/>
          </p:cNvSpPr>
          <p:nvPr/>
        </p:nvSpPr>
        <p:spPr>
          <a:xfrm xmlns:a="http://schemas.openxmlformats.org/drawingml/2006/main">
            <a:off x="0" y="6276975"/>
            <a:ext cx="12192000" cy="581025"/>
          </a:xfrm>
          <a:prstGeom xmlns:a="http://schemas.openxmlformats.org/drawingml/2006/main" prst="rect">
            <a:avLst/>
          </a:prstGeom>
          <a:solidFill xmlns:a="http://schemas.openxmlformats.org/drawingml/2006/main">
            <a:srgbClr val="FAF5EC"/>
          </a:solidFill>
          <a:ln xmlns:a="http://schemas.openxmlformats.org/drawingml/2006/main" w="0">
            <a:noFill/>
          </a:ln>
        </p:spPr>
      </p:sp>
      <p:sp>
        <p:nvSpPr>
          <p:cNvPr id="10" name="Perlu diuji: kesesuaian teknis dan hubungan dengan praktik nyata.">
            <a:extLst xmlns:a="http://schemas.openxmlformats.org/drawingml/2006/main">
              <a:ext uri="{FF2B5EF4-FFF2-40B4-BE49-F238E27FC236}">
                <a16:creationId xmlns:a16="http://schemas.microsoft.com/office/drawing/2014/main" id="{ABCCB17E-1CAC-453E-9E62-25515D254A4A}"/>
              </a:ext>
            </a:extLst>
          </p:cNvPr>
          <p:cNvSpPr>
            <a:spLocks xmlns:a="http://schemas.openxmlformats.org/drawingml/2006/main" noGrp="1"/>
          </p:cNvSpPr>
          <p:nvPr/>
        </p:nvSpPr>
        <p:spPr>
          <a:xfrm xmlns:a="http://schemas.openxmlformats.org/drawingml/2006/main">
            <a:off x="533400" y="64008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Calibri"/>
                <a:ea typeface="Calibri"/>
                <a:cs typeface="Calibri"/>
              </a:defRPr>
            </a:defPPr>
            <a:lvl1pPr algn="l">
              <a:defRPr sz="2175" b="1">
                <a:solidFill>
                  <a:srgbClr val="102A43"/>
                </a:solidFill>
                <a:latin typeface="Calibri"/>
                <a:ea typeface="Calibri"/>
                <a:cs typeface="Calibri"/>
              </a:defRPr>
            </a:lvl1pPr>
            <a:lvl2pPr algn="l">
              <a:defRPr sz="2175" b="1">
                <a:solidFill>
                  <a:srgbClr val="102A43"/>
                </a:solidFill>
                <a:latin typeface="Calibri"/>
                <a:ea typeface="Calibri"/>
                <a:cs typeface="Calibri"/>
              </a:defRPr>
            </a:lvl2pPr>
            <a:lvl3pPr algn="l">
              <a:defRPr sz="2175" b="1">
                <a:solidFill>
                  <a:srgbClr val="102A43"/>
                </a:solidFill>
                <a:latin typeface="Calibri"/>
                <a:ea typeface="Calibri"/>
                <a:cs typeface="Calibri"/>
              </a:defRPr>
            </a:lvl3pPr>
            <a:lvl4pPr algn="l">
              <a:defRPr sz="2175" b="1">
                <a:solidFill>
                  <a:srgbClr val="102A43"/>
                </a:solidFill>
                <a:latin typeface="Calibri"/>
                <a:ea typeface="Calibri"/>
                <a:cs typeface="Calibri"/>
              </a:defRPr>
            </a:lvl4pPr>
            <a:lvl5pPr algn="l">
              <a:defRPr sz="2175" b="1">
                <a:solidFill>
                  <a:srgbClr val="102A43"/>
                </a:solidFill>
                <a:latin typeface="Calibri"/>
                <a:ea typeface="Calibri"/>
                <a:cs typeface="Calibri"/>
              </a:defRPr>
            </a:lvl5pPr>
            <a:lvl6pPr algn="l">
              <a:defRPr sz="2175" b="1">
                <a:solidFill>
                  <a:srgbClr val="102A43"/>
                </a:solidFill>
                <a:latin typeface="Calibri"/>
                <a:ea typeface="Calibri"/>
                <a:cs typeface="Calibri"/>
              </a:defRPr>
            </a:lvl6pPr>
            <a:lvl7pPr algn="l">
              <a:defRPr sz="2175" b="1">
                <a:solidFill>
                  <a:srgbClr val="102A43"/>
                </a:solidFill>
                <a:latin typeface="Calibri"/>
                <a:ea typeface="Calibri"/>
                <a:cs typeface="Calibri"/>
              </a:defRPr>
            </a:lvl7pPr>
            <a:lvl8pPr algn="l">
              <a:defRPr sz="2175" b="1">
                <a:solidFill>
                  <a:srgbClr val="102A43"/>
                </a:solidFill>
                <a:latin typeface="Calibri"/>
                <a:ea typeface="Calibri"/>
                <a:cs typeface="Calibri"/>
              </a:defRPr>
            </a:lvl8pPr>
            <a:lvl9pPr algn="l">
              <a:defRPr sz="2175" b="1">
                <a:solidFill>
                  <a:srgbClr val="102A43"/>
                </a:solidFill>
                <a:latin typeface="Calibri"/>
                <a:ea typeface="Calibri"/>
                <a:cs typeface="Calibri"/>
              </a:defRPr>
            </a:lvl9pPr>
          </a:lstStyle>
          <a:p xmlns:a="http://schemas.openxmlformats.org/drawingml/2006/main">
            <a:pPr algn="l">
              <a:defRPr sz="2175" b="1">
                <a:solidFill>
                  <a:srgbClr val="102A43"/>
                </a:solidFill>
                <a:latin typeface="Calibri"/>
                <a:ea typeface="Calibri"/>
                <a:cs typeface="Calibri"/>
              </a:defRPr>
            </a:pPr>
            <a:r>
              <a:rPr sz="2175" b="1">
                <a:solidFill>
                  <a:srgbClr val="102A43"/>
                </a:solidFill>
                <a:latin typeface="Calibri"/>
                <a:ea typeface="Calibri"/>
                <a:cs typeface="Calibri"/>
              </a:rPr>
              <a:t>Perlu diuji: kesesuaian teknis dan hubungan dengan praktik nyata.</a:t>
            </a:r>
          </a:p>
        </p:txBody>
      </p:sp>
    </p:spTree>
    <p:extLst>
      <p:ext uri="{BB962C8B-B14F-4D97-AF65-F5344CB8AC3E}">
        <p14:creationId xmlns:p14="http://schemas.microsoft.com/office/powerpoint/2010/main" val="205060631"/>
      </p:ext>
    </p:extLst>
  </p:cSld>
</p:sld>
</file>

<file path=ppt/slides/slide8.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10" name="Artefak 2: buku digital sebagai panduan belajar">
            <a:extLst xmlns:a="http://schemas.openxmlformats.org/drawingml/2006/main">
              <a:ext uri="{FF2B5EF4-FFF2-40B4-BE49-F238E27FC236}">
                <a16:creationId xmlns:a16="http://schemas.microsoft.com/office/drawing/2014/main" id="{CF643827-3685-4036-9A8D-0021AD4C8EE4}"/>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02A43"/>
                </a:solidFill>
                <a:latin typeface="Calibri"/>
                <a:ea typeface="Calibri"/>
                <a:cs typeface="Calibri"/>
              </a:defRPr>
            </a:defPPr>
            <a:lvl1pPr algn="l">
              <a:defRPr sz="3525" b="1">
                <a:solidFill>
                  <a:srgbClr val="102A43"/>
                </a:solidFill>
                <a:latin typeface="Calibri"/>
                <a:ea typeface="Calibri"/>
                <a:cs typeface="Calibri"/>
              </a:defRPr>
            </a:lvl1pPr>
            <a:lvl2pPr algn="l">
              <a:defRPr sz="3525" b="1">
                <a:solidFill>
                  <a:srgbClr val="102A43"/>
                </a:solidFill>
                <a:latin typeface="Calibri"/>
                <a:ea typeface="Calibri"/>
                <a:cs typeface="Calibri"/>
              </a:defRPr>
            </a:lvl2pPr>
            <a:lvl3pPr algn="l">
              <a:defRPr sz="3525" b="1">
                <a:solidFill>
                  <a:srgbClr val="102A43"/>
                </a:solidFill>
                <a:latin typeface="Calibri"/>
                <a:ea typeface="Calibri"/>
                <a:cs typeface="Calibri"/>
              </a:defRPr>
            </a:lvl3pPr>
            <a:lvl4pPr algn="l">
              <a:defRPr sz="3525" b="1">
                <a:solidFill>
                  <a:srgbClr val="102A43"/>
                </a:solidFill>
                <a:latin typeface="Calibri"/>
                <a:ea typeface="Calibri"/>
                <a:cs typeface="Calibri"/>
              </a:defRPr>
            </a:lvl4pPr>
            <a:lvl5pPr algn="l">
              <a:defRPr sz="3525" b="1">
                <a:solidFill>
                  <a:srgbClr val="102A43"/>
                </a:solidFill>
                <a:latin typeface="Calibri"/>
                <a:ea typeface="Calibri"/>
                <a:cs typeface="Calibri"/>
              </a:defRPr>
            </a:lvl5pPr>
            <a:lvl6pPr algn="l">
              <a:defRPr sz="3525" b="1">
                <a:solidFill>
                  <a:srgbClr val="102A43"/>
                </a:solidFill>
                <a:latin typeface="Calibri"/>
                <a:ea typeface="Calibri"/>
                <a:cs typeface="Calibri"/>
              </a:defRPr>
            </a:lvl6pPr>
            <a:lvl7pPr algn="l">
              <a:defRPr sz="3525" b="1">
                <a:solidFill>
                  <a:srgbClr val="102A43"/>
                </a:solidFill>
                <a:latin typeface="Calibri"/>
                <a:ea typeface="Calibri"/>
                <a:cs typeface="Calibri"/>
              </a:defRPr>
            </a:lvl7pPr>
            <a:lvl8pPr algn="l">
              <a:defRPr sz="3525" b="1">
                <a:solidFill>
                  <a:srgbClr val="102A43"/>
                </a:solidFill>
                <a:latin typeface="Calibri"/>
                <a:ea typeface="Calibri"/>
                <a:cs typeface="Calibri"/>
              </a:defRPr>
            </a:lvl8pPr>
            <a:lvl9pPr algn="l">
              <a:defRPr sz="3525" b="1">
                <a:solidFill>
                  <a:srgbClr val="102A43"/>
                </a:solidFill>
                <a:latin typeface="Calibri"/>
                <a:ea typeface="Calibri"/>
                <a:cs typeface="Calibri"/>
              </a:defRPr>
            </a:lvl9pPr>
          </a:lstStyle>
          <a:p xmlns:a="http://schemas.openxmlformats.org/drawingml/2006/main">
            <a:pPr algn="l">
              <a:defRPr sz="3525" b="1">
                <a:solidFill>
                  <a:srgbClr val="102A43"/>
                </a:solidFill>
                <a:latin typeface="Calibri"/>
                <a:ea typeface="Calibri"/>
                <a:cs typeface="Calibri"/>
              </a:defRPr>
            </a:pPr>
            <a:r>
              <a:rPr sz="3525" b="1">
                <a:solidFill>
                  <a:srgbClr val="102A43"/>
                </a:solidFill>
                <a:latin typeface="Calibri"/>
                <a:ea typeface="Calibri"/>
                <a:cs typeface="Calibri"/>
              </a:rPr>
              <a:t>Artefak 2: buku digital sebagai panduan belajar</a:t>
            </a:r>
          </a:p>
        </p:txBody>
      </p:sp>
      <p:sp>
        <p:nvSpPr>
          <p:cNvPr id="2" name="08">
            <a:extLst xmlns:a="http://schemas.openxmlformats.org/drawingml/2006/main">
              <a:ext uri="{FF2B5EF4-FFF2-40B4-BE49-F238E27FC236}">
                <a16:creationId xmlns:a16="http://schemas.microsoft.com/office/drawing/2014/main" id="{8A196CF2-CFD8-446F-8841-F727BCD39BA3}"/>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08</a:t>
            </a:r>
          </a:p>
        </p:txBody>
      </p:sp>
      <p:sp>
        <p:nvSpPr>
          <p:cNvPr id="3" name="Materi perlu membantu siswa memahami konsep dan mengikuti langkah kerj">
            <a:extLst xmlns:a="http://schemas.openxmlformats.org/drawingml/2006/main">
              <a:ext uri="{FF2B5EF4-FFF2-40B4-BE49-F238E27FC236}">
                <a16:creationId xmlns:a16="http://schemas.microsoft.com/office/drawing/2014/main" id="{B0ACBF9C-9B5A-4C09-8C27-BD14742B6A06}"/>
              </a:ext>
            </a:extLst>
          </p:cNvPr>
          <p:cNvSpPr>
            <a:spLocks xmlns:a="http://schemas.openxmlformats.org/drawingml/2006/main" noGrp="1"/>
          </p:cNvSpPr>
          <p:nvPr/>
        </p:nvSpPr>
        <p:spPr>
          <a:xfrm xmlns:a="http://schemas.openxmlformats.org/drawingml/2006/main">
            <a:off x="533400" y="12287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2586B"/>
                </a:solidFill>
                <a:latin typeface="Calibri"/>
                <a:ea typeface="Calibri"/>
                <a:cs typeface="Calibri"/>
              </a:defRPr>
            </a:defPPr>
            <a:lvl1pPr algn="l">
              <a:defRPr sz="2250" b="0">
                <a:solidFill>
                  <a:srgbClr val="42586B"/>
                </a:solidFill>
                <a:latin typeface="Calibri"/>
                <a:ea typeface="Calibri"/>
                <a:cs typeface="Calibri"/>
              </a:defRPr>
            </a:lvl1pPr>
            <a:lvl2pPr algn="l">
              <a:defRPr sz="2250" b="0">
                <a:solidFill>
                  <a:srgbClr val="42586B"/>
                </a:solidFill>
                <a:latin typeface="Calibri"/>
                <a:ea typeface="Calibri"/>
                <a:cs typeface="Calibri"/>
              </a:defRPr>
            </a:lvl2pPr>
            <a:lvl3pPr algn="l">
              <a:defRPr sz="2250" b="0">
                <a:solidFill>
                  <a:srgbClr val="42586B"/>
                </a:solidFill>
                <a:latin typeface="Calibri"/>
                <a:ea typeface="Calibri"/>
                <a:cs typeface="Calibri"/>
              </a:defRPr>
            </a:lvl3pPr>
            <a:lvl4pPr algn="l">
              <a:defRPr sz="2250" b="0">
                <a:solidFill>
                  <a:srgbClr val="42586B"/>
                </a:solidFill>
                <a:latin typeface="Calibri"/>
                <a:ea typeface="Calibri"/>
                <a:cs typeface="Calibri"/>
              </a:defRPr>
            </a:lvl4pPr>
            <a:lvl5pPr algn="l">
              <a:defRPr sz="2250" b="0">
                <a:solidFill>
                  <a:srgbClr val="42586B"/>
                </a:solidFill>
                <a:latin typeface="Calibri"/>
                <a:ea typeface="Calibri"/>
                <a:cs typeface="Calibri"/>
              </a:defRPr>
            </a:lvl5pPr>
            <a:lvl6pPr algn="l">
              <a:defRPr sz="2250" b="0">
                <a:solidFill>
                  <a:srgbClr val="42586B"/>
                </a:solidFill>
                <a:latin typeface="Calibri"/>
                <a:ea typeface="Calibri"/>
                <a:cs typeface="Calibri"/>
              </a:defRPr>
            </a:lvl6pPr>
            <a:lvl7pPr algn="l">
              <a:defRPr sz="2250" b="0">
                <a:solidFill>
                  <a:srgbClr val="42586B"/>
                </a:solidFill>
                <a:latin typeface="Calibri"/>
                <a:ea typeface="Calibri"/>
                <a:cs typeface="Calibri"/>
              </a:defRPr>
            </a:lvl7pPr>
            <a:lvl8pPr algn="l">
              <a:defRPr sz="2250" b="0">
                <a:solidFill>
                  <a:srgbClr val="42586B"/>
                </a:solidFill>
                <a:latin typeface="Calibri"/>
                <a:ea typeface="Calibri"/>
                <a:cs typeface="Calibri"/>
              </a:defRPr>
            </a:lvl8pPr>
            <a:lvl9pPr algn="l">
              <a:defRPr sz="2250" b="0">
                <a:solidFill>
                  <a:srgbClr val="42586B"/>
                </a:solidFill>
                <a:latin typeface="Calibri"/>
                <a:ea typeface="Calibri"/>
                <a:cs typeface="Calibri"/>
              </a:defRPr>
            </a:lvl9pPr>
          </a:lstStyle>
          <a:p xmlns:a="http://schemas.openxmlformats.org/drawingml/2006/main">
            <a:pPr algn="l">
              <a:defRPr sz="2250" b="0">
                <a:solidFill>
                  <a:srgbClr val="42586B"/>
                </a:solidFill>
                <a:latin typeface="Calibri"/>
                <a:ea typeface="Calibri"/>
                <a:cs typeface="Calibri"/>
              </a:defRPr>
            </a:pPr>
            <a:r>
              <a:rPr sz="2250" b="0">
                <a:solidFill>
                  <a:srgbClr val="42586B"/>
                </a:solidFill>
                <a:latin typeface="Calibri"/>
                <a:ea typeface="Calibri"/>
                <a:cs typeface="Calibri"/>
              </a:rPr>
              <a:t>Materi perlu membantu siswa memahami konsep dan mengikuti langkah kerja.</a:t>
            </a:r>
          </a:p>
        </p:txBody>
      </p:sp>
      <p:pic>
        <p:nvPicPr>
          <p:cNvPr id="4" name="">
            <a:extLst xmlns:a="http://schemas.openxmlformats.org/drawingml/2006/main">
              <a:ext uri="{FF2B5EF4-FFF2-40B4-BE49-F238E27FC236}">
                <a16:creationId xmlns:a16="http://schemas.microsoft.com/office/drawing/2014/main" id="{057C81B5-2A36-473E-BEB5-C4B833156BB9}"/>
              </a:ext>
            </a:extLst>
          </p:cNvPr>
          <p:cNvPicPr>
            <a:picLocks xmlns:a="http://schemas.openxmlformats.org/drawingml/2006/main" noChangeAspect="1"/>
          </p:cNvPicPr>
          <p:nvPr/>
        </p:nvPicPr>
        <p:blipFill>
          <a:blip xmlns:r="http://schemas.openxmlformats.org/officeDocument/2006/relationships" xmlns:a="http://schemas.openxmlformats.org/drawingml/2006/main" r:embed="Rad3a65e54b5b440c"/>
          <a:stretch xmlns:a="http://schemas.openxmlformats.org/drawingml/2006/main"/>
        </p:blipFill>
        <p:spPr>
          <a:xfrm xmlns:a="http://schemas.openxmlformats.org/drawingml/2006/main">
            <a:off x="533400" y="2127349"/>
            <a:ext cx="6829425" cy="3841552"/>
          </a:xfrm>
          <a:prstGeom xmlns:a="http://schemas.openxmlformats.org/drawingml/2006/main" prst="rect">
            <a:avLst/>
          </a:prstGeom>
        </p:spPr>
      </p:pic>
      <p:sp>
        <p:nvSpPr>
          <p:cNvPr id="5" name="Yang terlihat">
            <a:extLst xmlns:a="http://schemas.openxmlformats.org/drawingml/2006/main">
              <a:ext uri="{FF2B5EF4-FFF2-40B4-BE49-F238E27FC236}">
                <a16:creationId xmlns:a16="http://schemas.microsoft.com/office/drawing/2014/main" id="{FFF4FD72-3747-4553-A319-F6D12F351152}"/>
              </a:ext>
            </a:extLst>
          </p:cNvPr>
          <p:cNvSpPr>
            <a:spLocks xmlns:a="http://schemas.openxmlformats.org/drawingml/2006/main" noGrp="1"/>
          </p:cNvSpPr>
          <p:nvPr/>
        </p:nvSpPr>
        <p:spPr>
          <a:xfrm xmlns:a="http://schemas.openxmlformats.org/drawingml/2006/main">
            <a:off x="7800975" y="2152650"/>
            <a:ext cx="385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C8582B"/>
                </a:solidFill>
                <a:latin typeface="Calibri"/>
                <a:ea typeface="Calibri"/>
                <a:cs typeface="Calibri"/>
              </a:defRPr>
            </a:defPPr>
            <a:lvl1pPr algn="l">
              <a:defRPr sz="2550" b="1">
                <a:solidFill>
                  <a:srgbClr val="C8582B"/>
                </a:solidFill>
                <a:latin typeface="Calibri"/>
                <a:ea typeface="Calibri"/>
                <a:cs typeface="Calibri"/>
              </a:defRPr>
            </a:lvl1pPr>
            <a:lvl2pPr algn="l">
              <a:defRPr sz="2550" b="1">
                <a:solidFill>
                  <a:srgbClr val="C8582B"/>
                </a:solidFill>
                <a:latin typeface="Calibri"/>
                <a:ea typeface="Calibri"/>
                <a:cs typeface="Calibri"/>
              </a:defRPr>
            </a:lvl2pPr>
            <a:lvl3pPr algn="l">
              <a:defRPr sz="2550" b="1">
                <a:solidFill>
                  <a:srgbClr val="C8582B"/>
                </a:solidFill>
                <a:latin typeface="Calibri"/>
                <a:ea typeface="Calibri"/>
                <a:cs typeface="Calibri"/>
              </a:defRPr>
            </a:lvl3pPr>
            <a:lvl4pPr algn="l">
              <a:defRPr sz="2550" b="1">
                <a:solidFill>
                  <a:srgbClr val="C8582B"/>
                </a:solidFill>
                <a:latin typeface="Calibri"/>
                <a:ea typeface="Calibri"/>
                <a:cs typeface="Calibri"/>
              </a:defRPr>
            </a:lvl4pPr>
            <a:lvl5pPr algn="l">
              <a:defRPr sz="2550" b="1">
                <a:solidFill>
                  <a:srgbClr val="C8582B"/>
                </a:solidFill>
                <a:latin typeface="Calibri"/>
                <a:ea typeface="Calibri"/>
                <a:cs typeface="Calibri"/>
              </a:defRPr>
            </a:lvl5pPr>
            <a:lvl6pPr algn="l">
              <a:defRPr sz="2550" b="1">
                <a:solidFill>
                  <a:srgbClr val="C8582B"/>
                </a:solidFill>
                <a:latin typeface="Calibri"/>
                <a:ea typeface="Calibri"/>
                <a:cs typeface="Calibri"/>
              </a:defRPr>
            </a:lvl6pPr>
            <a:lvl7pPr algn="l">
              <a:defRPr sz="2550" b="1">
                <a:solidFill>
                  <a:srgbClr val="C8582B"/>
                </a:solidFill>
                <a:latin typeface="Calibri"/>
                <a:ea typeface="Calibri"/>
                <a:cs typeface="Calibri"/>
              </a:defRPr>
            </a:lvl7pPr>
            <a:lvl8pPr algn="l">
              <a:defRPr sz="2550" b="1">
                <a:solidFill>
                  <a:srgbClr val="C8582B"/>
                </a:solidFill>
                <a:latin typeface="Calibri"/>
                <a:ea typeface="Calibri"/>
                <a:cs typeface="Calibri"/>
              </a:defRPr>
            </a:lvl8pPr>
            <a:lvl9pPr algn="l">
              <a:defRPr sz="2550" b="1">
                <a:solidFill>
                  <a:srgbClr val="C8582B"/>
                </a:solidFill>
                <a:latin typeface="Calibri"/>
                <a:ea typeface="Calibri"/>
                <a:cs typeface="Calibri"/>
              </a:defRPr>
            </a:lvl9pPr>
          </a:lstStyle>
          <a:p xmlns:a="http://schemas.openxmlformats.org/drawingml/2006/main">
            <a:pPr algn="l">
              <a:defRPr sz="2550" b="1">
                <a:solidFill>
                  <a:srgbClr val="C8582B"/>
                </a:solidFill>
                <a:latin typeface="Calibri"/>
                <a:ea typeface="Calibri"/>
                <a:cs typeface="Calibri"/>
              </a:defRPr>
            </a:pPr>
            <a:r>
              <a:rPr sz="2550" b="1">
                <a:solidFill>
                  <a:srgbClr val="C8582B"/>
                </a:solidFill>
                <a:latin typeface="Calibri"/>
                <a:ea typeface="Calibri"/>
                <a:cs typeface="Calibri"/>
              </a:rPr>
              <a:t>Yang terlihat</a:t>
            </a:r>
          </a:p>
        </p:txBody>
      </p:sp>
      <p:sp>
        <p:nvSpPr>
          <p:cNvPr id="6" name="Materi per bab, kuis, dan job sheet praktik.">
            <a:extLst xmlns:a="http://schemas.openxmlformats.org/drawingml/2006/main">
              <a:ext uri="{FF2B5EF4-FFF2-40B4-BE49-F238E27FC236}">
                <a16:creationId xmlns:a16="http://schemas.microsoft.com/office/drawing/2014/main" id="{B1CC4AF1-C382-4F45-9B24-1A90E391799F}"/>
              </a:ext>
            </a:extLst>
          </p:cNvPr>
          <p:cNvSpPr>
            <a:spLocks xmlns:a="http://schemas.openxmlformats.org/drawingml/2006/main" noGrp="1"/>
          </p:cNvSpPr>
          <p:nvPr/>
        </p:nvSpPr>
        <p:spPr>
          <a:xfrm xmlns:a="http://schemas.openxmlformats.org/drawingml/2006/main">
            <a:off x="7800975" y="2724150"/>
            <a:ext cx="3857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Calibri"/>
                <a:ea typeface="Calibri"/>
                <a:cs typeface="Calibri"/>
              </a:defRPr>
            </a:defPPr>
            <a:lvl1pPr algn="l">
              <a:defRPr sz="2325" b="0">
                <a:solidFill>
                  <a:srgbClr val="102A43"/>
                </a:solidFill>
                <a:latin typeface="Calibri"/>
                <a:ea typeface="Calibri"/>
                <a:cs typeface="Calibri"/>
              </a:defRPr>
            </a:lvl1pPr>
            <a:lvl2pPr algn="l">
              <a:defRPr sz="2325" b="0">
                <a:solidFill>
                  <a:srgbClr val="102A43"/>
                </a:solidFill>
                <a:latin typeface="Calibri"/>
                <a:ea typeface="Calibri"/>
                <a:cs typeface="Calibri"/>
              </a:defRPr>
            </a:lvl2pPr>
            <a:lvl3pPr algn="l">
              <a:defRPr sz="2325" b="0">
                <a:solidFill>
                  <a:srgbClr val="102A43"/>
                </a:solidFill>
                <a:latin typeface="Calibri"/>
                <a:ea typeface="Calibri"/>
                <a:cs typeface="Calibri"/>
              </a:defRPr>
            </a:lvl3pPr>
            <a:lvl4pPr algn="l">
              <a:defRPr sz="2325" b="0">
                <a:solidFill>
                  <a:srgbClr val="102A43"/>
                </a:solidFill>
                <a:latin typeface="Calibri"/>
                <a:ea typeface="Calibri"/>
                <a:cs typeface="Calibri"/>
              </a:defRPr>
            </a:lvl4pPr>
            <a:lvl5pPr algn="l">
              <a:defRPr sz="2325" b="0">
                <a:solidFill>
                  <a:srgbClr val="102A43"/>
                </a:solidFill>
                <a:latin typeface="Calibri"/>
                <a:ea typeface="Calibri"/>
                <a:cs typeface="Calibri"/>
              </a:defRPr>
            </a:lvl5pPr>
            <a:lvl6pPr algn="l">
              <a:defRPr sz="2325" b="0">
                <a:solidFill>
                  <a:srgbClr val="102A43"/>
                </a:solidFill>
                <a:latin typeface="Calibri"/>
                <a:ea typeface="Calibri"/>
                <a:cs typeface="Calibri"/>
              </a:defRPr>
            </a:lvl6pPr>
            <a:lvl7pPr algn="l">
              <a:defRPr sz="2325" b="0">
                <a:solidFill>
                  <a:srgbClr val="102A43"/>
                </a:solidFill>
                <a:latin typeface="Calibri"/>
                <a:ea typeface="Calibri"/>
                <a:cs typeface="Calibri"/>
              </a:defRPr>
            </a:lvl7pPr>
            <a:lvl8pPr algn="l">
              <a:defRPr sz="2325" b="0">
                <a:solidFill>
                  <a:srgbClr val="102A43"/>
                </a:solidFill>
                <a:latin typeface="Calibri"/>
                <a:ea typeface="Calibri"/>
                <a:cs typeface="Calibri"/>
              </a:defRPr>
            </a:lvl8pPr>
            <a:lvl9pPr algn="l">
              <a:defRPr sz="2325" b="0">
                <a:solidFill>
                  <a:srgbClr val="102A43"/>
                </a:solidFill>
                <a:latin typeface="Calibri"/>
                <a:ea typeface="Calibri"/>
                <a:cs typeface="Calibri"/>
              </a:defRPr>
            </a:lvl9pPr>
          </a:lstStyle>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Materi per bab, kuis,</a:t>
            </a:r>
          </a:p>
          <a:p xmlns:a="http://schemas.openxmlformats.org/drawingml/2006/main">
            <a:pPr algn="l">
              <a:defRPr sz="2325" b="0">
                <a:solidFill>
                  <a:srgbClr val="102A43"/>
                </a:solidFill>
                <a:latin typeface="Calibri"/>
                <a:ea typeface="Calibri"/>
                <a:cs typeface="Calibri"/>
              </a:defRPr>
            </a:pPr>
            <a:r>
              <a:rPr sz="2325" b="0">
                <a:solidFill>
                  <a:srgbClr val="102A43"/>
                </a:solidFill>
                <a:latin typeface="Calibri"/>
                <a:ea typeface="Calibri"/>
                <a:cs typeface="Calibri"/>
              </a:rPr>
              <a:t>dan job sheet praktik.</a:t>
            </a:r>
          </a:p>
        </p:txBody>
      </p:sp>
      <p:sp>
        <p:nvSpPr>
          <p:cNvPr id="7" name="Makna reflektif">
            <a:extLst xmlns:a="http://schemas.openxmlformats.org/drawingml/2006/main">
              <a:ext uri="{FF2B5EF4-FFF2-40B4-BE49-F238E27FC236}">
                <a16:creationId xmlns:a16="http://schemas.microsoft.com/office/drawing/2014/main" id="{A88EDC29-A259-4518-B8D5-67CE52297FBA}"/>
              </a:ext>
            </a:extLst>
          </p:cNvPr>
          <p:cNvSpPr>
            <a:spLocks xmlns:a="http://schemas.openxmlformats.org/drawingml/2006/main" noGrp="1"/>
          </p:cNvSpPr>
          <p:nvPr/>
        </p:nvSpPr>
        <p:spPr>
          <a:xfrm xmlns:a="http://schemas.openxmlformats.org/drawingml/2006/main">
            <a:off x="7800975" y="4048125"/>
            <a:ext cx="3857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E8B"/>
                </a:solidFill>
                <a:latin typeface="Calibri"/>
                <a:ea typeface="Calibri"/>
                <a:cs typeface="Calibri"/>
              </a:defRPr>
            </a:defPPr>
            <a:lvl1pPr algn="l">
              <a:defRPr sz="2550" b="1">
                <a:solidFill>
                  <a:srgbClr val="087E8B"/>
                </a:solidFill>
                <a:latin typeface="Calibri"/>
                <a:ea typeface="Calibri"/>
                <a:cs typeface="Calibri"/>
              </a:defRPr>
            </a:lvl1pPr>
            <a:lvl2pPr algn="l">
              <a:defRPr sz="2550" b="1">
                <a:solidFill>
                  <a:srgbClr val="087E8B"/>
                </a:solidFill>
                <a:latin typeface="Calibri"/>
                <a:ea typeface="Calibri"/>
                <a:cs typeface="Calibri"/>
              </a:defRPr>
            </a:lvl2pPr>
            <a:lvl3pPr algn="l">
              <a:defRPr sz="2550" b="1">
                <a:solidFill>
                  <a:srgbClr val="087E8B"/>
                </a:solidFill>
                <a:latin typeface="Calibri"/>
                <a:ea typeface="Calibri"/>
                <a:cs typeface="Calibri"/>
              </a:defRPr>
            </a:lvl3pPr>
            <a:lvl4pPr algn="l">
              <a:defRPr sz="2550" b="1">
                <a:solidFill>
                  <a:srgbClr val="087E8B"/>
                </a:solidFill>
                <a:latin typeface="Calibri"/>
                <a:ea typeface="Calibri"/>
                <a:cs typeface="Calibri"/>
              </a:defRPr>
            </a:lvl4pPr>
            <a:lvl5pPr algn="l">
              <a:defRPr sz="2550" b="1">
                <a:solidFill>
                  <a:srgbClr val="087E8B"/>
                </a:solidFill>
                <a:latin typeface="Calibri"/>
                <a:ea typeface="Calibri"/>
                <a:cs typeface="Calibri"/>
              </a:defRPr>
            </a:lvl5pPr>
            <a:lvl6pPr algn="l">
              <a:defRPr sz="2550" b="1">
                <a:solidFill>
                  <a:srgbClr val="087E8B"/>
                </a:solidFill>
                <a:latin typeface="Calibri"/>
                <a:ea typeface="Calibri"/>
                <a:cs typeface="Calibri"/>
              </a:defRPr>
            </a:lvl6pPr>
            <a:lvl7pPr algn="l">
              <a:defRPr sz="2550" b="1">
                <a:solidFill>
                  <a:srgbClr val="087E8B"/>
                </a:solidFill>
                <a:latin typeface="Calibri"/>
                <a:ea typeface="Calibri"/>
                <a:cs typeface="Calibri"/>
              </a:defRPr>
            </a:lvl7pPr>
            <a:lvl8pPr algn="l">
              <a:defRPr sz="2550" b="1">
                <a:solidFill>
                  <a:srgbClr val="087E8B"/>
                </a:solidFill>
                <a:latin typeface="Calibri"/>
                <a:ea typeface="Calibri"/>
                <a:cs typeface="Calibri"/>
              </a:defRPr>
            </a:lvl8pPr>
            <a:lvl9pPr algn="l">
              <a:defRPr sz="2550" b="1">
                <a:solidFill>
                  <a:srgbClr val="087E8B"/>
                </a:solidFill>
                <a:latin typeface="Calibri"/>
                <a:ea typeface="Calibri"/>
                <a:cs typeface="Calibri"/>
              </a:defRPr>
            </a:lvl9pPr>
          </a:lstStyle>
          <a:p xmlns:a="http://schemas.openxmlformats.org/drawingml/2006/main">
            <a:pPr algn="l">
              <a:defRPr sz="2550" b="1">
                <a:solidFill>
                  <a:srgbClr val="087E8B"/>
                </a:solidFill>
                <a:latin typeface="Calibri"/>
                <a:ea typeface="Calibri"/>
                <a:cs typeface="Calibri"/>
              </a:defRPr>
            </a:pPr>
            <a:r>
              <a:rPr sz="2550" b="1">
                <a:solidFill>
                  <a:srgbClr val="087E8B"/>
                </a:solidFill>
                <a:latin typeface="Calibri"/>
                <a:ea typeface="Calibri"/>
                <a:cs typeface="Calibri"/>
              </a:rPr>
              <a:t>Makna reflektif</a:t>
            </a:r>
          </a:p>
        </p:txBody>
      </p:sp>
      <p:sp>
        <p:nvSpPr>
          <p:cNvPr id="8" name="Saya perlu menata urutan materi agar siswa memahami konsep dan langkah">
            <a:extLst xmlns:a="http://schemas.openxmlformats.org/drawingml/2006/main">
              <a:ext uri="{FF2B5EF4-FFF2-40B4-BE49-F238E27FC236}">
                <a16:creationId xmlns:a16="http://schemas.microsoft.com/office/drawing/2014/main" id="{E4E107FD-2404-44C8-8C37-086DFEFAF57C}"/>
              </a:ext>
            </a:extLst>
          </p:cNvPr>
          <p:cNvSpPr>
            <a:spLocks xmlns:a="http://schemas.openxmlformats.org/drawingml/2006/main" noGrp="1"/>
          </p:cNvSpPr>
          <p:nvPr/>
        </p:nvSpPr>
        <p:spPr>
          <a:xfrm xmlns:a="http://schemas.openxmlformats.org/drawingml/2006/main">
            <a:off x="7800975" y="4657725"/>
            <a:ext cx="3857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Calibri"/>
                <a:ea typeface="Calibri"/>
                <a:cs typeface="Calibri"/>
              </a:defRPr>
            </a:defPPr>
            <a:lvl1pPr algn="l">
              <a:defRPr sz="2250" b="0">
                <a:solidFill>
                  <a:srgbClr val="102A43"/>
                </a:solidFill>
                <a:latin typeface="Calibri"/>
                <a:ea typeface="Calibri"/>
                <a:cs typeface="Calibri"/>
              </a:defRPr>
            </a:lvl1pPr>
            <a:lvl2pPr algn="l">
              <a:defRPr sz="2250" b="0">
                <a:solidFill>
                  <a:srgbClr val="102A43"/>
                </a:solidFill>
                <a:latin typeface="Calibri"/>
                <a:ea typeface="Calibri"/>
                <a:cs typeface="Calibri"/>
              </a:defRPr>
            </a:lvl2pPr>
            <a:lvl3pPr algn="l">
              <a:defRPr sz="2250" b="0">
                <a:solidFill>
                  <a:srgbClr val="102A43"/>
                </a:solidFill>
                <a:latin typeface="Calibri"/>
                <a:ea typeface="Calibri"/>
                <a:cs typeface="Calibri"/>
              </a:defRPr>
            </a:lvl3pPr>
            <a:lvl4pPr algn="l">
              <a:defRPr sz="2250" b="0">
                <a:solidFill>
                  <a:srgbClr val="102A43"/>
                </a:solidFill>
                <a:latin typeface="Calibri"/>
                <a:ea typeface="Calibri"/>
                <a:cs typeface="Calibri"/>
              </a:defRPr>
            </a:lvl4pPr>
            <a:lvl5pPr algn="l">
              <a:defRPr sz="2250" b="0">
                <a:solidFill>
                  <a:srgbClr val="102A43"/>
                </a:solidFill>
                <a:latin typeface="Calibri"/>
                <a:ea typeface="Calibri"/>
                <a:cs typeface="Calibri"/>
              </a:defRPr>
            </a:lvl5pPr>
            <a:lvl6pPr algn="l">
              <a:defRPr sz="2250" b="0">
                <a:solidFill>
                  <a:srgbClr val="102A43"/>
                </a:solidFill>
                <a:latin typeface="Calibri"/>
                <a:ea typeface="Calibri"/>
                <a:cs typeface="Calibri"/>
              </a:defRPr>
            </a:lvl6pPr>
            <a:lvl7pPr algn="l">
              <a:defRPr sz="2250" b="0">
                <a:solidFill>
                  <a:srgbClr val="102A43"/>
                </a:solidFill>
                <a:latin typeface="Calibri"/>
                <a:ea typeface="Calibri"/>
                <a:cs typeface="Calibri"/>
              </a:defRPr>
            </a:lvl7pPr>
            <a:lvl8pPr algn="l">
              <a:defRPr sz="2250" b="0">
                <a:solidFill>
                  <a:srgbClr val="102A43"/>
                </a:solidFill>
                <a:latin typeface="Calibri"/>
                <a:ea typeface="Calibri"/>
                <a:cs typeface="Calibri"/>
              </a:defRPr>
            </a:lvl8pPr>
            <a:lvl9pPr algn="l">
              <a:defRPr sz="2250" b="0">
                <a:solidFill>
                  <a:srgbClr val="102A43"/>
                </a:solidFill>
                <a:latin typeface="Calibri"/>
                <a:ea typeface="Calibri"/>
                <a:cs typeface="Calibri"/>
              </a:defRPr>
            </a:lvl9pPr>
          </a:lstStyle>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Saya perlu menata urutan</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materi agar siswa memahami</a:t>
            </a:r>
          </a:p>
          <a:p xmlns:a="http://schemas.openxmlformats.org/drawingml/2006/main">
            <a:pPr algn="l">
              <a:defRPr sz="2250" b="0">
                <a:solidFill>
                  <a:srgbClr val="102A43"/>
                </a:solidFill>
                <a:latin typeface="Calibri"/>
                <a:ea typeface="Calibri"/>
                <a:cs typeface="Calibri"/>
              </a:defRPr>
            </a:pPr>
            <a:r>
              <a:rPr sz="2250" b="0">
                <a:solidFill>
                  <a:srgbClr val="102A43"/>
                </a:solidFill>
                <a:latin typeface="Calibri"/>
                <a:ea typeface="Calibri"/>
                <a:cs typeface="Calibri"/>
              </a:rPr>
              <a:t>konsep dan langkah kerja.</a:t>
            </a:r>
          </a:p>
        </p:txBody>
      </p:sp>
      <p:sp>
        <p:nvSpPr>
          <p:cNvPr id="9" name="Perlu diuji: keterbacaan di HP dan kesulitan siswa saat mengikuti pand">
            <a:extLst xmlns:a="http://schemas.openxmlformats.org/drawingml/2006/main">
              <a:ext uri="{FF2B5EF4-FFF2-40B4-BE49-F238E27FC236}">
                <a16:creationId xmlns:a16="http://schemas.microsoft.com/office/drawing/2014/main" id="{5D8DAFA9-D77A-4F06-8EBB-6A4A8C287FDB}"/>
              </a:ext>
            </a:extLst>
          </p:cNvPr>
          <p:cNvSpPr>
            <a:spLocks xmlns:a="http://schemas.openxmlformats.org/drawingml/2006/main" noGrp="1"/>
          </p:cNvSpPr>
          <p:nvPr/>
        </p:nvSpPr>
        <p:spPr>
          <a:xfrm xmlns:a="http://schemas.openxmlformats.org/drawingml/2006/main">
            <a:off x="533400" y="62674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8582B"/>
                </a:solidFill>
                <a:latin typeface="Calibri"/>
                <a:ea typeface="Calibri"/>
                <a:cs typeface="Calibri"/>
              </a:defRPr>
            </a:defPPr>
            <a:lvl1pPr algn="l">
              <a:defRPr sz="2175" b="1">
                <a:solidFill>
                  <a:srgbClr val="C8582B"/>
                </a:solidFill>
                <a:latin typeface="Calibri"/>
                <a:ea typeface="Calibri"/>
                <a:cs typeface="Calibri"/>
              </a:defRPr>
            </a:lvl1pPr>
            <a:lvl2pPr algn="l">
              <a:defRPr sz="2175" b="1">
                <a:solidFill>
                  <a:srgbClr val="C8582B"/>
                </a:solidFill>
                <a:latin typeface="Calibri"/>
                <a:ea typeface="Calibri"/>
                <a:cs typeface="Calibri"/>
              </a:defRPr>
            </a:lvl2pPr>
            <a:lvl3pPr algn="l">
              <a:defRPr sz="2175" b="1">
                <a:solidFill>
                  <a:srgbClr val="C8582B"/>
                </a:solidFill>
                <a:latin typeface="Calibri"/>
                <a:ea typeface="Calibri"/>
                <a:cs typeface="Calibri"/>
              </a:defRPr>
            </a:lvl3pPr>
            <a:lvl4pPr algn="l">
              <a:defRPr sz="2175" b="1">
                <a:solidFill>
                  <a:srgbClr val="C8582B"/>
                </a:solidFill>
                <a:latin typeface="Calibri"/>
                <a:ea typeface="Calibri"/>
                <a:cs typeface="Calibri"/>
              </a:defRPr>
            </a:lvl4pPr>
            <a:lvl5pPr algn="l">
              <a:defRPr sz="2175" b="1">
                <a:solidFill>
                  <a:srgbClr val="C8582B"/>
                </a:solidFill>
                <a:latin typeface="Calibri"/>
                <a:ea typeface="Calibri"/>
                <a:cs typeface="Calibri"/>
              </a:defRPr>
            </a:lvl5pPr>
            <a:lvl6pPr algn="l">
              <a:defRPr sz="2175" b="1">
                <a:solidFill>
                  <a:srgbClr val="C8582B"/>
                </a:solidFill>
                <a:latin typeface="Calibri"/>
                <a:ea typeface="Calibri"/>
                <a:cs typeface="Calibri"/>
              </a:defRPr>
            </a:lvl6pPr>
            <a:lvl7pPr algn="l">
              <a:defRPr sz="2175" b="1">
                <a:solidFill>
                  <a:srgbClr val="C8582B"/>
                </a:solidFill>
                <a:latin typeface="Calibri"/>
                <a:ea typeface="Calibri"/>
                <a:cs typeface="Calibri"/>
              </a:defRPr>
            </a:lvl7pPr>
            <a:lvl8pPr algn="l">
              <a:defRPr sz="2175" b="1">
                <a:solidFill>
                  <a:srgbClr val="C8582B"/>
                </a:solidFill>
                <a:latin typeface="Calibri"/>
                <a:ea typeface="Calibri"/>
                <a:cs typeface="Calibri"/>
              </a:defRPr>
            </a:lvl8pPr>
            <a:lvl9pPr algn="l">
              <a:defRPr sz="2175" b="1">
                <a:solidFill>
                  <a:srgbClr val="C8582B"/>
                </a:solidFill>
                <a:latin typeface="Calibri"/>
                <a:ea typeface="Calibri"/>
                <a:cs typeface="Calibri"/>
              </a:defRPr>
            </a:lvl9pPr>
          </a:lstStyle>
          <a:p xmlns:a="http://schemas.openxmlformats.org/drawingml/2006/main">
            <a:pPr algn="l">
              <a:defRPr sz="2175" b="1">
                <a:solidFill>
                  <a:srgbClr val="C8582B"/>
                </a:solidFill>
                <a:latin typeface="Calibri"/>
                <a:ea typeface="Calibri"/>
                <a:cs typeface="Calibri"/>
              </a:defRPr>
            </a:pPr>
            <a:r>
              <a:rPr sz="2175" b="1">
                <a:solidFill>
                  <a:srgbClr val="C8582B"/>
                </a:solidFill>
                <a:latin typeface="Calibri"/>
                <a:ea typeface="Calibri"/>
                <a:cs typeface="Calibri"/>
              </a:rPr>
              <a:t>Perlu diuji: keterbacaan di HP dan kesulitan siswa saat mengikuti panduan.</a:t>
            </a:r>
          </a:p>
        </p:txBody>
      </p:sp>
    </p:spTree>
    <p:extLst>
      <p:ext uri="{BB962C8B-B14F-4D97-AF65-F5344CB8AC3E}">
        <p14:creationId xmlns:p14="http://schemas.microsoft.com/office/powerpoint/2010/main" val="1988589251"/>
      </p:ext>
    </p:extLst>
  </p:cSld>
</p:sld>
</file>

<file path=ppt/slides/slide9.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6" name="Analisis artefak dan batas kesimpulannya">
            <a:extLst xmlns:a="http://schemas.openxmlformats.org/drawingml/2006/main">
              <a:ext uri="{FF2B5EF4-FFF2-40B4-BE49-F238E27FC236}">
                <a16:creationId xmlns:a16="http://schemas.microsoft.com/office/drawing/2014/main" id="{284A6296-2BCF-4CBD-A65E-E20A0DF694C8}"/>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102A43"/>
                </a:solidFill>
                <a:latin typeface="Calibri"/>
                <a:ea typeface="Calibri"/>
                <a:cs typeface="Calibri"/>
              </a:defRPr>
            </a:defPPr>
            <a:lvl1pPr algn="l">
              <a:defRPr sz="3825" b="1">
                <a:solidFill>
                  <a:srgbClr val="102A43"/>
                </a:solidFill>
                <a:latin typeface="Calibri"/>
                <a:ea typeface="Calibri"/>
                <a:cs typeface="Calibri"/>
              </a:defRPr>
            </a:lvl1pPr>
            <a:lvl2pPr algn="l">
              <a:defRPr sz="3825" b="1">
                <a:solidFill>
                  <a:srgbClr val="102A43"/>
                </a:solidFill>
                <a:latin typeface="Calibri"/>
                <a:ea typeface="Calibri"/>
                <a:cs typeface="Calibri"/>
              </a:defRPr>
            </a:lvl2pPr>
            <a:lvl3pPr algn="l">
              <a:defRPr sz="3825" b="1">
                <a:solidFill>
                  <a:srgbClr val="102A43"/>
                </a:solidFill>
                <a:latin typeface="Calibri"/>
                <a:ea typeface="Calibri"/>
                <a:cs typeface="Calibri"/>
              </a:defRPr>
            </a:lvl3pPr>
            <a:lvl4pPr algn="l">
              <a:defRPr sz="3825" b="1">
                <a:solidFill>
                  <a:srgbClr val="102A43"/>
                </a:solidFill>
                <a:latin typeface="Calibri"/>
                <a:ea typeface="Calibri"/>
                <a:cs typeface="Calibri"/>
              </a:defRPr>
            </a:lvl4pPr>
            <a:lvl5pPr algn="l">
              <a:defRPr sz="3825" b="1">
                <a:solidFill>
                  <a:srgbClr val="102A43"/>
                </a:solidFill>
                <a:latin typeface="Calibri"/>
                <a:ea typeface="Calibri"/>
                <a:cs typeface="Calibri"/>
              </a:defRPr>
            </a:lvl5pPr>
            <a:lvl6pPr algn="l">
              <a:defRPr sz="3825" b="1">
                <a:solidFill>
                  <a:srgbClr val="102A43"/>
                </a:solidFill>
                <a:latin typeface="Calibri"/>
                <a:ea typeface="Calibri"/>
                <a:cs typeface="Calibri"/>
              </a:defRPr>
            </a:lvl6pPr>
            <a:lvl7pPr algn="l">
              <a:defRPr sz="3825" b="1">
                <a:solidFill>
                  <a:srgbClr val="102A43"/>
                </a:solidFill>
                <a:latin typeface="Calibri"/>
                <a:ea typeface="Calibri"/>
                <a:cs typeface="Calibri"/>
              </a:defRPr>
            </a:lvl7pPr>
            <a:lvl8pPr algn="l">
              <a:defRPr sz="3825" b="1">
                <a:solidFill>
                  <a:srgbClr val="102A43"/>
                </a:solidFill>
                <a:latin typeface="Calibri"/>
                <a:ea typeface="Calibri"/>
                <a:cs typeface="Calibri"/>
              </a:defRPr>
            </a:lvl8pPr>
            <a:lvl9pPr algn="l">
              <a:defRPr sz="3825" b="1">
                <a:solidFill>
                  <a:srgbClr val="102A43"/>
                </a:solidFill>
                <a:latin typeface="Calibri"/>
                <a:ea typeface="Calibri"/>
                <a:cs typeface="Calibri"/>
              </a:defRPr>
            </a:lvl9pPr>
          </a:lstStyle>
          <a:p xmlns:a="http://schemas.openxmlformats.org/drawingml/2006/main">
            <a:pPr algn="l">
              <a:defRPr sz="3825" b="1">
                <a:solidFill>
                  <a:srgbClr val="102A43"/>
                </a:solidFill>
                <a:latin typeface="Calibri"/>
                <a:ea typeface="Calibri"/>
                <a:cs typeface="Calibri"/>
              </a:defRPr>
            </a:pPr>
            <a:r>
              <a:rPr sz="3825" b="1">
                <a:solidFill>
                  <a:srgbClr val="102A43"/>
                </a:solidFill>
                <a:latin typeface="Calibri"/>
                <a:ea typeface="Calibri"/>
                <a:cs typeface="Calibri"/>
              </a:rPr>
              <a:t>Analisis artefak dan batas kesimpulannya</a:t>
            </a:r>
          </a:p>
        </p:txBody>
      </p:sp>
      <p:sp>
        <p:nvSpPr>
          <p:cNvPr id="2" name="09">
            <a:extLst xmlns:a="http://schemas.openxmlformats.org/drawingml/2006/main">
              <a:ext uri="{FF2B5EF4-FFF2-40B4-BE49-F238E27FC236}">
                <a16:creationId xmlns:a16="http://schemas.microsoft.com/office/drawing/2014/main" id="{A97D6BD0-1414-4CEE-90CD-DDED7AFC7173}"/>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09</a:t>
            </a:r>
          </a:p>
        </p:txBody>
      </p:sp>
      <p:sp>
        <p:nvSpPr>
          <p:cNvPr id="3" name="Karya menunjukkan proses pengembangan. Manfaatnya perlu bukti belajar.">
            <a:extLst xmlns:a="http://schemas.openxmlformats.org/drawingml/2006/main">
              <a:ext uri="{FF2B5EF4-FFF2-40B4-BE49-F238E27FC236}">
                <a16:creationId xmlns:a16="http://schemas.microsoft.com/office/drawing/2014/main" id="{69AB77B3-9832-40C7-9927-4B15D1B20997}"/>
              </a:ext>
            </a:extLst>
          </p:cNvPr>
          <p:cNvSpPr>
            <a:spLocks xmlns:a="http://schemas.openxmlformats.org/drawingml/2006/main" noGrp="1"/>
          </p:cNvSpPr>
          <p:nvPr/>
        </p:nvSpPr>
        <p:spPr>
          <a:xfrm xmlns:a="http://schemas.openxmlformats.org/drawingml/2006/main">
            <a:off x="533400" y="12192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42586B"/>
                </a:solidFill>
                <a:latin typeface="Calibri"/>
                <a:ea typeface="Calibri"/>
                <a:cs typeface="Calibri"/>
              </a:defRPr>
            </a:defPPr>
            <a:lvl1pPr algn="l">
              <a:defRPr sz="2325" b="0">
                <a:solidFill>
                  <a:srgbClr val="42586B"/>
                </a:solidFill>
                <a:latin typeface="Calibri"/>
                <a:ea typeface="Calibri"/>
                <a:cs typeface="Calibri"/>
              </a:defRPr>
            </a:lvl1pPr>
            <a:lvl2pPr algn="l">
              <a:defRPr sz="2325" b="0">
                <a:solidFill>
                  <a:srgbClr val="42586B"/>
                </a:solidFill>
                <a:latin typeface="Calibri"/>
                <a:ea typeface="Calibri"/>
                <a:cs typeface="Calibri"/>
              </a:defRPr>
            </a:lvl2pPr>
            <a:lvl3pPr algn="l">
              <a:defRPr sz="2325" b="0">
                <a:solidFill>
                  <a:srgbClr val="42586B"/>
                </a:solidFill>
                <a:latin typeface="Calibri"/>
                <a:ea typeface="Calibri"/>
                <a:cs typeface="Calibri"/>
              </a:defRPr>
            </a:lvl3pPr>
            <a:lvl4pPr algn="l">
              <a:defRPr sz="2325" b="0">
                <a:solidFill>
                  <a:srgbClr val="42586B"/>
                </a:solidFill>
                <a:latin typeface="Calibri"/>
                <a:ea typeface="Calibri"/>
                <a:cs typeface="Calibri"/>
              </a:defRPr>
            </a:lvl4pPr>
            <a:lvl5pPr algn="l">
              <a:defRPr sz="2325" b="0">
                <a:solidFill>
                  <a:srgbClr val="42586B"/>
                </a:solidFill>
                <a:latin typeface="Calibri"/>
                <a:ea typeface="Calibri"/>
                <a:cs typeface="Calibri"/>
              </a:defRPr>
            </a:lvl5pPr>
            <a:lvl6pPr algn="l">
              <a:defRPr sz="2325" b="0">
                <a:solidFill>
                  <a:srgbClr val="42586B"/>
                </a:solidFill>
                <a:latin typeface="Calibri"/>
                <a:ea typeface="Calibri"/>
                <a:cs typeface="Calibri"/>
              </a:defRPr>
            </a:lvl6pPr>
            <a:lvl7pPr algn="l">
              <a:defRPr sz="2325" b="0">
                <a:solidFill>
                  <a:srgbClr val="42586B"/>
                </a:solidFill>
                <a:latin typeface="Calibri"/>
                <a:ea typeface="Calibri"/>
                <a:cs typeface="Calibri"/>
              </a:defRPr>
            </a:lvl7pPr>
            <a:lvl8pPr algn="l">
              <a:defRPr sz="2325" b="0">
                <a:solidFill>
                  <a:srgbClr val="42586B"/>
                </a:solidFill>
                <a:latin typeface="Calibri"/>
                <a:ea typeface="Calibri"/>
                <a:cs typeface="Calibri"/>
              </a:defRPr>
            </a:lvl8pPr>
            <a:lvl9pPr algn="l">
              <a:defRPr sz="2325" b="0">
                <a:solidFill>
                  <a:srgbClr val="42586B"/>
                </a:solidFill>
                <a:latin typeface="Calibri"/>
                <a:ea typeface="Calibri"/>
                <a:cs typeface="Calibri"/>
              </a:defRPr>
            </a:lvl9pPr>
          </a:lstStyle>
          <a:p xmlns:a="http://schemas.openxmlformats.org/drawingml/2006/main">
            <a:pPr algn="l">
              <a:defRPr sz="2325" b="0">
                <a:solidFill>
                  <a:srgbClr val="42586B"/>
                </a:solidFill>
                <a:latin typeface="Calibri"/>
                <a:ea typeface="Calibri"/>
                <a:cs typeface="Calibri"/>
              </a:defRPr>
            </a:pPr>
            <a:r>
              <a:rPr sz="2325" b="0">
                <a:solidFill>
                  <a:srgbClr val="42586B"/>
                </a:solidFill>
                <a:latin typeface="Calibri"/>
                <a:ea typeface="Calibri"/>
                <a:cs typeface="Calibri"/>
              </a:rPr>
              <a:t>Karya menunjukkan proses pengembangan. Manfaatnya perlu bukti belajar.</a:t>
            </a:r>
          </a:p>
        </p:txBody>
      </p:sp>
      <p:graphicFrame>
        <p:nvGraphicFramePr>
          <p:cNvPr id="4" name="">
            <a:extLst xmlns:a="http://schemas.openxmlformats.org/drawingml/2006/main">
              <a:ext uri="{FF2B5EF4-FFF2-40B4-BE49-F238E27FC236}">
                <a16:creationId xmlns:a16="http://schemas.microsoft.com/office/drawing/2014/main" id="{F3F9EB5D-47C1-49B0-B48D-7259F726A6AC}"/>
              </a:ext>
            </a:extLst>
          </p:cNvPr>
          <p:cNvGraphicFramePr/>
          <p:nvPr/>
        </p:nvGraphicFramePr>
        <p:xfrm>
          <a:off xmlns:a="http://schemas.openxmlformats.org/drawingml/2006/main" x="533400" y="2105025"/>
          <a:ext xmlns:a="http://schemas.openxmlformats.org/drawingml/2006/main" cx="11125200" cy="3714750"/>
        </p:xfrm>
        <a:graphic xmlns:a="http://schemas.openxmlformats.org/drawingml/2006/main">
          <a:graphicData uri="http://schemas.openxmlformats.org/drawingml/2006/table">
            <a:tbl>
              <a:tblPr firstRow="0" bandRow="0"/>
              <a:tblGrid>
                <a:gridCol w="1790700"/>
                <a:gridCol w="3295650"/>
                <a:gridCol w="2847975"/>
                <a:gridCol w="3190875"/>
              </a:tblGrid>
              <a:tr h="914400">
                <a:tc>
                  <a:txBody>
                    <a:bodyPr wrap="square"/>
                    <a:lstStyle/>
                    <a:p>
                      <a:pPr algn="l"/>
                      <a:r>
                        <a:rPr sz="2175" b="1">
                          <a:solidFill>
                            <a:srgbClr val="FFFFFF"/>
                          </a:solidFill>
                          <a:latin typeface="Calibri"/>
                          <a:ea typeface="Calibri"/>
                          <a:cs typeface="Calibri"/>
                        </a:rPr>
                        <a:t>Artefak</a:t>
                      </a:r>
                    </a:p>
                  </a:txBody>
                  <a:tcPr marL="171450" marR="171450" marT="133350" marB="133350" anchor="ctr">
                    <a:lnL w="9525">
                      <a:solidFill>
                        <a:srgbClr val="CDDADC"/>
                      </a:solidFill>
                      <a:prstDash val="solid"/>
                    </a:lnL>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175" b="1">
                          <a:solidFill>
                            <a:srgbClr val="FFFFFF"/>
                          </a:solidFill>
                          <a:latin typeface="Calibri"/>
                          <a:ea typeface="Calibri"/>
                          <a:cs typeface="Calibri"/>
                        </a:rPr>
                        <a:t>Yang dapat saya simpulkan</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175" b="1">
                          <a:solidFill>
                            <a:srgbClr val="FFFFFF"/>
                          </a:solidFill>
                          <a:latin typeface="Calibri"/>
                          <a:ea typeface="Calibri"/>
                          <a:cs typeface="Calibri"/>
                        </a:rPr>
                        <a:t>Batas bukti</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175" b="1">
                          <a:solidFill>
                            <a:srgbClr val="FFFFFF"/>
                          </a:solidFill>
                          <a:latin typeface="Calibri"/>
                          <a:ea typeface="Calibri"/>
                          <a:cs typeface="Calibri"/>
                        </a:rPr>
                        <a:t>Bukti berikutnya</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r>
              <a:tr h="1400175">
                <a:tc>
                  <a:txBody>
                    <a:bodyPr wrap="square"/>
                    <a:lstStyle/>
                    <a:p>
                      <a:pPr algn="l"/>
                      <a:r>
                        <a:rPr sz="2100" b="1">
                          <a:solidFill>
                            <a:srgbClr val="087E8B"/>
                          </a:solidFill>
                          <a:latin typeface="Calibri"/>
                          <a:ea typeface="Calibri"/>
                          <a:cs typeface="Calibri"/>
                        </a:rPr>
                        <a:t>Simulasi</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FFFFFF"/>
                    </a:solidFill>
                  </a:tcPr>
                </a:tc>
                <a:tc>
                  <a:txBody>
                    <a:bodyPr wrap="square"/>
                    <a:lstStyle/>
                    <a:p>
                      <a:pPr algn="l"/>
                      <a:r>
                        <a:rPr sz="2100" b="0">
                          <a:solidFill>
                            <a:srgbClr val="102A43"/>
                          </a:solidFill>
                          <a:latin typeface="Calibri"/>
                          <a:ea typeface="Calibri"/>
                          <a:cs typeface="Calibri"/>
                        </a:rPr>
                        <a:t>Visualisasi proses dan</a:t>
                      </a:r>
                    </a:p>
                    <a:p>
                      <a:pPr algn="l"/>
                      <a:r>
                        <a:rPr sz="2100" b="0">
                          <a:solidFill>
                            <a:srgbClr val="102A43"/>
                          </a:solidFill>
                          <a:latin typeface="Calibri"/>
                          <a:ea typeface="Calibri"/>
                          <a:cs typeface="Calibri"/>
                        </a:rPr>
                        <a:t>parameter fabrikasi.</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100" b="0">
                          <a:solidFill>
                            <a:srgbClr val="102A43"/>
                          </a:solidFill>
                          <a:latin typeface="Calibri"/>
                          <a:ea typeface="Calibri"/>
                          <a:cs typeface="Calibri"/>
                        </a:rPr>
                        <a:t>Belum menjadi bukti</a:t>
                      </a:r>
                    </a:p>
                    <a:p>
                      <a:pPr algn="l"/>
                      <a:r>
                        <a:rPr sz="2100" b="0">
                          <a:solidFill>
                            <a:srgbClr val="102A43"/>
                          </a:solidFill>
                          <a:latin typeface="Calibri"/>
                          <a:ea typeface="Calibri"/>
                          <a:cs typeface="Calibri"/>
                        </a:rPr>
                        <a:t>keterampilan siswa.</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100" b="0">
                          <a:solidFill>
                            <a:srgbClr val="102A43"/>
                          </a:solidFill>
                          <a:latin typeface="Calibri"/>
                          <a:ea typeface="Calibri"/>
                          <a:cs typeface="Calibri"/>
                        </a:rPr>
                        <a:t>Alasan pilihan siswa,</a:t>
                      </a:r>
                    </a:p>
                    <a:p>
                      <a:pPr algn="l"/>
                      <a:r>
                        <a:rPr sz="2100" b="0">
                          <a:solidFill>
                            <a:srgbClr val="102A43"/>
                          </a:solidFill>
                          <a:latin typeface="Calibri"/>
                          <a:ea typeface="Calibri"/>
                          <a:cs typeface="Calibri"/>
                        </a:rPr>
                        <a:t>K3, dan hasil praktik.</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r>
              <a:tr h="1400175">
                <a:tc>
                  <a:txBody>
                    <a:bodyPr wrap="square"/>
                    <a:lstStyle/>
                    <a:p>
                      <a:pPr algn="l"/>
                      <a:r>
                        <a:rPr sz="2100" b="1">
                          <a:solidFill>
                            <a:srgbClr val="087E8B"/>
                          </a:solidFill>
                          <a:latin typeface="Calibri"/>
                          <a:ea typeface="Calibri"/>
                          <a:cs typeface="Calibri"/>
                        </a:rPr>
                        <a:t>Buku digital</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E6F1F2"/>
                    </a:solidFill>
                  </a:tcPr>
                </a:tc>
                <a:tc>
                  <a:txBody>
                    <a:bodyPr wrap="square"/>
                    <a:lstStyle/>
                    <a:p>
                      <a:pPr algn="l"/>
                      <a:r>
                        <a:rPr sz="2100" b="0">
                          <a:solidFill>
                            <a:srgbClr val="102A43"/>
                          </a:solidFill>
                          <a:latin typeface="Calibri"/>
                          <a:ea typeface="Calibri"/>
                          <a:cs typeface="Calibri"/>
                        </a:rPr>
                        <a:t>Materi, kuis, dan</a:t>
                      </a:r>
                    </a:p>
                    <a:p>
                      <a:pPr algn="l"/>
                      <a:r>
                        <a:rPr sz="2100" b="0">
                          <a:solidFill>
                            <a:srgbClr val="102A43"/>
                          </a:solidFill>
                          <a:latin typeface="Calibri"/>
                          <a:ea typeface="Calibri"/>
                          <a:cs typeface="Calibri"/>
                        </a:rPr>
                        <a:t>panduan kerja dalam</a:t>
                      </a:r>
                    </a:p>
                    <a:p>
                      <a:pPr algn="l"/>
                      <a:r>
                        <a:rPr sz="2100" b="0">
                          <a:solidFill>
                            <a:srgbClr val="102A43"/>
                          </a:solidFill>
                          <a:latin typeface="Calibri"/>
                          <a:ea typeface="Calibri"/>
                          <a:cs typeface="Calibri"/>
                        </a:rPr>
                        <a:t>satu media.</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c>
                  <a:txBody>
                    <a:bodyPr wrap="square"/>
                    <a:lstStyle/>
                    <a:p>
                      <a:pPr algn="l"/>
                      <a:r>
                        <a:rPr sz="2100" b="0">
                          <a:solidFill>
                            <a:srgbClr val="102A43"/>
                          </a:solidFill>
                          <a:latin typeface="Calibri"/>
                          <a:ea typeface="Calibri"/>
                          <a:cs typeface="Calibri"/>
                        </a:rPr>
                        <a:t>Belum menunjukkan</a:t>
                      </a:r>
                    </a:p>
                    <a:p>
                      <a:pPr algn="l"/>
                      <a:r>
                        <a:rPr sz="2100" b="0">
                          <a:solidFill>
                            <a:srgbClr val="102A43"/>
                          </a:solidFill>
                          <a:latin typeface="Calibri"/>
                          <a:ea typeface="Calibri"/>
                          <a:cs typeface="Calibri"/>
                        </a:rPr>
                        <a:t>keterbacaan atau</a:t>
                      </a:r>
                    </a:p>
                    <a:p>
                      <a:pPr algn="l"/>
                      <a:r>
                        <a:rPr sz="2100" b="0">
                          <a:solidFill>
                            <a:srgbClr val="102A43"/>
                          </a:solidFill>
                          <a:latin typeface="Calibri"/>
                          <a:ea typeface="Calibri"/>
                          <a:cs typeface="Calibri"/>
                        </a:rPr>
                        <a:t>pemahaman siswa.</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c>
                  <a:txBody>
                    <a:bodyPr wrap="square"/>
                    <a:lstStyle/>
                    <a:p>
                      <a:pPr algn="l"/>
                      <a:r>
                        <a:rPr sz="2100" b="0">
                          <a:solidFill>
                            <a:srgbClr val="102A43"/>
                          </a:solidFill>
                          <a:latin typeface="Calibri"/>
                          <a:ea typeface="Calibri"/>
                          <a:cs typeface="Calibri"/>
                        </a:rPr>
                        <a:t>Jawaban kuis, job sheet,</a:t>
                      </a:r>
                    </a:p>
                    <a:p>
                      <a:pPr algn="l"/>
                      <a:r>
                        <a:rPr sz="2100" b="0">
                          <a:solidFill>
                            <a:srgbClr val="102A43"/>
                          </a:solidFill>
                          <a:latin typeface="Calibri"/>
                          <a:ea typeface="Calibri"/>
                          <a:cs typeface="Calibri"/>
                        </a:rPr>
                        <a:t>dan catatan kesulitan.</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r>
            </a:tbl>
          </a:graphicData>
        </a:graphic>
      </p:graphicFrame>
      <p:sp>
        <p:nvSpPr>
          <p:cNvPr id="5" name="Bukti tersebut menjadi dasar revisi media dan keputusan pembelajaran.">
            <a:extLst xmlns:a="http://schemas.openxmlformats.org/drawingml/2006/main">
              <a:ext uri="{FF2B5EF4-FFF2-40B4-BE49-F238E27FC236}">
                <a16:creationId xmlns:a16="http://schemas.microsoft.com/office/drawing/2014/main" id="{8D622F59-B14B-41BA-8B13-499734661481}"/>
              </a:ext>
            </a:extLst>
          </p:cNvPr>
          <p:cNvSpPr>
            <a:spLocks xmlns:a="http://schemas.openxmlformats.org/drawingml/2006/main" noGrp="1"/>
          </p:cNvSpPr>
          <p:nvPr/>
        </p:nvSpPr>
        <p:spPr>
          <a:xfrm xmlns:a="http://schemas.openxmlformats.org/drawingml/2006/main">
            <a:off x="533400" y="6143625"/>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8582B"/>
                </a:solidFill>
                <a:latin typeface="Calibri"/>
                <a:ea typeface="Calibri"/>
                <a:cs typeface="Calibri"/>
              </a:defRPr>
            </a:defPPr>
            <a:lvl1pPr algn="l">
              <a:defRPr sz="2400" b="1">
                <a:solidFill>
                  <a:srgbClr val="C8582B"/>
                </a:solidFill>
                <a:latin typeface="Calibri"/>
                <a:ea typeface="Calibri"/>
                <a:cs typeface="Calibri"/>
              </a:defRPr>
            </a:lvl1pPr>
            <a:lvl2pPr algn="l">
              <a:defRPr sz="2400" b="1">
                <a:solidFill>
                  <a:srgbClr val="C8582B"/>
                </a:solidFill>
                <a:latin typeface="Calibri"/>
                <a:ea typeface="Calibri"/>
                <a:cs typeface="Calibri"/>
              </a:defRPr>
            </a:lvl2pPr>
            <a:lvl3pPr algn="l">
              <a:defRPr sz="2400" b="1">
                <a:solidFill>
                  <a:srgbClr val="C8582B"/>
                </a:solidFill>
                <a:latin typeface="Calibri"/>
                <a:ea typeface="Calibri"/>
                <a:cs typeface="Calibri"/>
              </a:defRPr>
            </a:lvl3pPr>
            <a:lvl4pPr algn="l">
              <a:defRPr sz="2400" b="1">
                <a:solidFill>
                  <a:srgbClr val="C8582B"/>
                </a:solidFill>
                <a:latin typeface="Calibri"/>
                <a:ea typeface="Calibri"/>
                <a:cs typeface="Calibri"/>
              </a:defRPr>
            </a:lvl4pPr>
            <a:lvl5pPr algn="l">
              <a:defRPr sz="2400" b="1">
                <a:solidFill>
                  <a:srgbClr val="C8582B"/>
                </a:solidFill>
                <a:latin typeface="Calibri"/>
                <a:ea typeface="Calibri"/>
                <a:cs typeface="Calibri"/>
              </a:defRPr>
            </a:lvl5pPr>
            <a:lvl6pPr algn="l">
              <a:defRPr sz="2400" b="1">
                <a:solidFill>
                  <a:srgbClr val="C8582B"/>
                </a:solidFill>
                <a:latin typeface="Calibri"/>
                <a:ea typeface="Calibri"/>
                <a:cs typeface="Calibri"/>
              </a:defRPr>
            </a:lvl6pPr>
            <a:lvl7pPr algn="l">
              <a:defRPr sz="2400" b="1">
                <a:solidFill>
                  <a:srgbClr val="C8582B"/>
                </a:solidFill>
                <a:latin typeface="Calibri"/>
                <a:ea typeface="Calibri"/>
                <a:cs typeface="Calibri"/>
              </a:defRPr>
            </a:lvl7pPr>
            <a:lvl8pPr algn="l">
              <a:defRPr sz="2400" b="1">
                <a:solidFill>
                  <a:srgbClr val="C8582B"/>
                </a:solidFill>
                <a:latin typeface="Calibri"/>
                <a:ea typeface="Calibri"/>
                <a:cs typeface="Calibri"/>
              </a:defRPr>
            </a:lvl8pPr>
            <a:lvl9pPr algn="l">
              <a:defRPr sz="2400" b="1">
                <a:solidFill>
                  <a:srgbClr val="C8582B"/>
                </a:solidFill>
                <a:latin typeface="Calibri"/>
                <a:ea typeface="Calibri"/>
                <a:cs typeface="Calibri"/>
              </a:defRPr>
            </a:lvl9pPr>
          </a:lstStyle>
          <a:p xmlns:a="http://schemas.openxmlformats.org/drawingml/2006/main">
            <a:pPr algn="l">
              <a:defRPr sz="2400" b="1">
                <a:solidFill>
                  <a:srgbClr val="C8582B"/>
                </a:solidFill>
                <a:latin typeface="Calibri"/>
                <a:ea typeface="Calibri"/>
                <a:cs typeface="Calibri"/>
              </a:defRPr>
            </a:pPr>
            <a:r>
              <a:rPr sz="2400" b="1">
                <a:solidFill>
                  <a:srgbClr val="C8582B"/>
                </a:solidFill>
                <a:latin typeface="Calibri"/>
                <a:ea typeface="Calibri"/>
                <a:cs typeface="Calibri"/>
              </a:rPr>
              <a:t>Bukti tersebut menjadi dasar revisi media dan keputusan pembelajaran.</a:t>
            </a:r>
          </a:p>
        </p:txBody>
      </p:sp>
    </p:spTree>
    <p:extLst>
      <p:ext uri="{BB962C8B-B14F-4D97-AF65-F5344CB8AC3E}">
        <p14:creationId xmlns:p14="http://schemas.microsoft.com/office/powerpoint/2010/main" val="1410525020"/>
      </p:ext>
    </p:extLst>
  </p:cSld>
</p:sld>
</file>

<file path=ppt/slides/slide10.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5" name="Perubahan cara pandang saya selama PPG">
            <a:extLst xmlns:a="http://schemas.openxmlformats.org/drawingml/2006/main">
              <a:ext uri="{FF2B5EF4-FFF2-40B4-BE49-F238E27FC236}">
                <a16:creationId xmlns:a16="http://schemas.microsoft.com/office/drawing/2014/main" id="{A7EDFE7E-EB0C-4628-A9CD-15B44E55D335}"/>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02A43"/>
                </a:solidFill>
                <a:latin typeface="Calibri"/>
                <a:ea typeface="Calibri"/>
                <a:cs typeface="Calibri"/>
              </a:defRPr>
            </a:defPPr>
            <a:lvl1pPr algn="l">
              <a:defRPr sz="3900" b="1">
                <a:solidFill>
                  <a:srgbClr val="102A43"/>
                </a:solidFill>
                <a:latin typeface="Calibri"/>
                <a:ea typeface="Calibri"/>
                <a:cs typeface="Calibri"/>
              </a:defRPr>
            </a:lvl1pPr>
            <a:lvl2pPr algn="l">
              <a:defRPr sz="3900" b="1">
                <a:solidFill>
                  <a:srgbClr val="102A43"/>
                </a:solidFill>
                <a:latin typeface="Calibri"/>
                <a:ea typeface="Calibri"/>
                <a:cs typeface="Calibri"/>
              </a:defRPr>
            </a:lvl2pPr>
            <a:lvl3pPr algn="l">
              <a:defRPr sz="3900" b="1">
                <a:solidFill>
                  <a:srgbClr val="102A43"/>
                </a:solidFill>
                <a:latin typeface="Calibri"/>
                <a:ea typeface="Calibri"/>
                <a:cs typeface="Calibri"/>
              </a:defRPr>
            </a:lvl3pPr>
            <a:lvl4pPr algn="l">
              <a:defRPr sz="3900" b="1">
                <a:solidFill>
                  <a:srgbClr val="102A43"/>
                </a:solidFill>
                <a:latin typeface="Calibri"/>
                <a:ea typeface="Calibri"/>
                <a:cs typeface="Calibri"/>
              </a:defRPr>
            </a:lvl4pPr>
            <a:lvl5pPr algn="l">
              <a:defRPr sz="3900" b="1">
                <a:solidFill>
                  <a:srgbClr val="102A43"/>
                </a:solidFill>
                <a:latin typeface="Calibri"/>
                <a:ea typeface="Calibri"/>
                <a:cs typeface="Calibri"/>
              </a:defRPr>
            </a:lvl5pPr>
            <a:lvl6pPr algn="l">
              <a:defRPr sz="3900" b="1">
                <a:solidFill>
                  <a:srgbClr val="102A43"/>
                </a:solidFill>
                <a:latin typeface="Calibri"/>
                <a:ea typeface="Calibri"/>
                <a:cs typeface="Calibri"/>
              </a:defRPr>
            </a:lvl6pPr>
            <a:lvl7pPr algn="l">
              <a:defRPr sz="3900" b="1">
                <a:solidFill>
                  <a:srgbClr val="102A43"/>
                </a:solidFill>
                <a:latin typeface="Calibri"/>
                <a:ea typeface="Calibri"/>
                <a:cs typeface="Calibri"/>
              </a:defRPr>
            </a:lvl7pPr>
            <a:lvl8pPr algn="l">
              <a:defRPr sz="3900" b="1">
                <a:solidFill>
                  <a:srgbClr val="102A43"/>
                </a:solidFill>
                <a:latin typeface="Calibri"/>
                <a:ea typeface="Calibri"/>
                <a:cs typeface="Calibri"/>
              </a:defRPr>
            </a:lvl8pPr>
            <a:lvl9pPr algn="l">
              <a:defRPr sz="3900" b="1">
                <a:solidFill>
                  <a:srgbClr val="102A43"/>
                </a:solidFill>
                <a:latin typeface="Calibri"/>
                <a:ea typeface="Calibri"/>
                <a:cs typeface="Calibri"/>
              </a:defRPr>
            </a:lvl9pPr>
          </a:lstStyle>
          <a:p xmlns:a="http://schemas.openxmlformats.org/drawingml/2006/main">
            <a:pPr algn="l">
              <a:defRPr sz="3900" b="1">
                <a:solidFill>
                  <a:srgbClr val="102A43"/>
                </a:solidFill>
                <a:latin typeface="Calibri"/>
                <a:ea typeface="Calibri"/>
                <a:cs typeface="Calibri"/>
              </a:defRPr>
            </a:pPr>
            <a:r>
              <a:rPr sz="3900" b="1">
                <a:solidFill>
                  <a:srgbClr val="102A43"/>
                </a:solidFill>
                <a:latin typeface="Calibri"/>
                <a:ea typeface="Calibri"/>
                <a:cs typeface="Calibri"/>
              </a:rPr>
              <a:t>Perubahan cara pandang saya selama PPG</a:t>
            </a:r>
          </a:p>
        </p:txBody>
      </p:sp>
      <p:sp>
        <p:nvSpPr>
          <p:cNvPr id="2" name="10">
            <a:extLst xmlns:a="http://schemas.openxmlformats.org/drawingml/2006/main">
              <a:ext uri="{FF2B5EF4-FFF2-40B4-BE49-F238E27FC236}">
                <a16:creationId xmlns:a16="http://schemas.microsoft.com/office/drawing/2014/main" id="{A51F2AD8-5F52-4FF0-8FB1-F781E3440619}"/>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10</a:t>
            </a:r>
          </a:p>
        </p:txBody>
      </p:sp>
      <p:graphicFrame>
        <p:nvGraphicFramePr>
          <p:cNvPr id="3" name="">
            <a:extLst xmlns:a="http://schemas.openxmlformats.org/drawingml/2006/main">
              <a:ext uri="{FF2B5EF4-FFF2-40B4-BE49-F238E27FC236}">
                <a16:creationId xmlns:a16="http://schemas.microsoft.com/office/drawing/2014/main" id="{B4D8632D-F9E1-48E0-8D6F-BC0FBE7BD553}"/>
              </a:ext>
            </a:extLst>
          </p:cNvPr>
          <p:cNvGraphicFramePr/>
          <p:nvPr/>
        </p:nvGraphicFramePr>
        <p:xfrm>
          <a:off xmlns:a="http://schemas.openxmlformats.org/drawingml/2006/main" x="533400" y="1838325"/>
          <a:ext xmlns:a="http://schemas.openxmlformats.org/drawingml/2006/main" cx="11125200" cy="3914775"/>
        </p:xfrm>
        <a:graphic xmlns:a="http://schemas.openxmlformats.org/drawingml/2006/main">
          <a:graphicData uri="http://schemas.openxmlformats.org/drawingml/2006/table">
            <a:tbl>
              <a:tblPr firstRow="0" bandRow="0"/>
              <a:tblGrid>
                <a:gridCol w="2152650"/>
                <a:gridCol w="3933825"/>
                <a:gridCol w="5038725"/>
              </a:tblGrid>
              <a:tr h="628650">
                <a:tc>
                  <a:txBody>
                    <a:bodyPr wrap="square"/>
                    <a:lstStyle/>
                    <a:p>
                      <a:pPr algn="l"/>
                      <a:r>
                        <a:rPr sz="2400" b="1">
                          <a:solidFill>
                            <a:srgbClr val="FFFFFF"/>
                          </a:solidFill>
                          <a:latin typeface="Calibri"/>
                          <a:ea typeface="Calibri"/>
                          <a:cs typeface="Calibri"/>
                        </a:rPr>
                        <a:t>Fokus</a:t>
                      </a:r>
                    </a:p>
                  </a:txBody>
                  <a:tcPr marL="171450" marR="171450" marT="133350" marB="133350" anchor="ctr">
                    <a:lnL w="9525">
                      <a:solidFill>
                        <a:srgbClr val="CDDADC"/>
                      </a:solidFill>
                      <a:prstDash val="solid"/>
                    </a:lnL>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400" b="1">
                          <a:solidFill>
                            <a:srgbClr val="FFFFFF"/>
                          </a:solidFill>
                          <a:latin typeface="Calibri"/>
                          <a:ea typeface="Calibri"/>
                          <a:cs typeface="Calibri"/>
                        </a:rPr>
                        <a:t>Dulu</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400" b="1">
                          <a:solidFill>
                            <a:srgbClr val="FFFFFF"/>
                          </a:solidFill>
                          <a:latin typeface="Calibri"/>
                          <a:ea typeface="Calibri"/>
                          <a:cs typeface="Calibri"/>
                        </a:rPr>
                        <a:t>Kini</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r>
              <a:tr h="1095375">
                <a:tc>
                  <a:txBody>
                    <a:bodyPr wrap="square"/>
                    <a:lstStyle/>
                    <a:p>
                      <a:pPr algn="l"/>
                      <a:r>
                        <a:rPr sz="2325" b="1">
                          <a:solidFill>
                            <a:srgbClr val="087E8B"/>
                          </a:solidFill>
                          <a:latin typeface="Calibri"/>
                          <a:ea typeface="Calibri"/>
                          <a:cs typeface="Calibri"/>
                        </a:rPr>
                        <a:t>Keberhasilan</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FFFFFF"/>
                    </a:solidFill>
                  </a:tcPr>
                </a:tc>
                <a:tc>
                  <a:txBody>
                    <a:bodyPr wrap="square"/>
                    <a:lstStyle/>
                    <a:p>
                      <a:pPr algn="l"/>
                      <a:r>
                        <a:rPr sz="2325" b="0">
                          <a:solidFill>
                            <a:srgbClr val="102A43"/>
                          </a:solidFill>
                          <a:latin typeface="Calibri"/>
                          <a:ea typeface="Calibri"/>
                          <a:cs typeface="Calibri"/>
                        </a:rPr>
                        <a:t>Lebih fokus pada materi</a:t>
                      </a:r>
                    </a:p>
                    <a:p>
                      <a:pPr algn="l"/>
                      <a:r>
                        <a:rPr sz="2325" b="0">
                          <a:solidFill>
                            <a:srgbClr val="102A43"/>
                          </a:solidFill>
                          <a:latin typeface="Calibri"/>
                          <a:ea typeface="Calibri"/>
                          <a:cs typeface="Calibri"/>
                        </a:rPr>
                        <a:t>yang selesai disampaikan.</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325" b="0">
                          <a:solidFill>
                            <a:srgbClr val="102A43"/>
                          </a:solidFill>
                          <a:latin typeface="Calibri"/>
                          <a:ea typeface="Calibri"/>
                          <a:cs typeface="Calibri"/>
                        </a:rPr>
                        <a:t>Saya perlu memeriksa pemahaman</a:t>
                      </a:r>
                    </a:p>
                    <a:p>
                      <a:pPr algn="l"/>
                      <a:r>
                        <a:rPr sz="2325" b="0">
                          <a:solidFill>
                            <a:srgbClr val="102A43"/>
                          </a:solidFill>
                          <a:latin typeface="Calibri"/>
                          <a:ea typeface="Calibri"/>
                          <a:cs typeface="Calibri"/>
                        </a:rPr>
                        <a:t>dan kebutuhan belajar siswa.</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r>
              <a:tr h="1095375">
                <a:tc>
                  <a:txBody>
                    <a:bodyPr wrap="square"/>
                    <a:lstStyle/>
                    <a:p>
                      <a:pPr algn="l"/>
                      <a:r>
                        <a:rPr sz="2325" b="1">
                          <a:solidFill>
                            <a:srgbClr val="087E8B"/>
                          </a:solidFill>
                          <a:latin typeface="Calibri"/>
                          <a:ea typeface="Calibri"/>
                          <a:cs typeface="Calibri"/>
                        </a:rPr>
                        <a:t>Bimbingan</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E6F1F2"/>
                    </a:solidFill>
                  </a:tcPr>
                </a:tc>
                <a:tc>
                  <a:txBody>
                    <a:bodyPr wrap="square"/>
                    <a:lstStyle/>
                    <a:p>
                      <a:pPr algn="l"/>
                      <a:r>
                        <a:rPr sz="2325" b="0">
                          <a:solidFill>
                            <a:srgbClr val="102A43"/>
                          </a:solidFill>
                          <a:latin typeface="Calibri"/>
                          <a:ea typeface="Calibri"/>
                          <a:cs typeface="Calibri"/>
                        </a:rPr>
                        <a:t>Lebih fokus pada</a:t>
                      </a:r>
                    </a:p>
                    <a:p>
                      <a:pPr algn="l"/>
                      <a:r>
                        <a:rPr sz="2325" b="0">
                          <a:solidFill>
                            <a:srgbClr val="102A43"/>
                          </a:solidFill>
                          <a:latin typeface="Calibri"/>
                          <a:ea typeface="Calibri"/>
                          <a:cs typeface="Calibri"/>
                        </a:rPr>
                        <a:t>penjelasan guru.</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c>
                  <a:txBody>
                    <a:bodyPr wrap="square"/>
                    <a:lstStyle/>
                    <a:p>
                      <a:pPr algn="l"/>
                      <a:r>
                        <a:rPr sz="2325" b="0">
                          <a:solidFill>
                            <a:srgbClr val="102A43"/>
                          </a:solidFill>
                          <a:latin typeface="Calibri"/>
                          <a:ea typeface="Calibri"/>
                          <a:cs typeface="Calibri"/>
                        </a:rPr>
                        <a:t>Saya merancang contoh, latihan</a:t>
                      </a:r>
                    </a:p>
                    <a:p>
                      <a:pPr algn="l"/>
                      <a:r>
                        <a:rPr sz="2325" b="0">
                          <a:solidFill>
                            <a:srgbClr val="102A43"/>
                          </a:solidFill>
                          <a:latin typeface="Calibri"/>
                          <a:ea typeface="Calibri"/>
                          <a:cs typeface="Calibri"/>
                        </a:rPr>
                        <a:t>bertahap, dan umpan balik.</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r>
              <a:tr h="1095375">
                <a:tc>
                  <a:txBody>
                    <a:bodyPr wrap="square"/>
                    <a:lstStyle/>
                    <a:p>
                      <a:pPr algn="l"/>
                      <a:r>
                        <a:rPr sz="2325" b="1">
                          <a:solidFill>
                            <a:srgbClr val="087E8B"/>
                          </a:solidFill>
                          <a:latin typeface="Calibri"/>
                          <a:ea typeface="Calibri"/>
                          <a:cs typeface="Calibri"/>
                        </a:rPr>
                        <a:t>Penggunaan</a:t>
                      </a:r>
                    </a:p>
                    <a:p>
                      <a:pPr algn="l"/>
                      <a:r>
                        <a:rPr sz="2325" b="1">
                          <a:solidFill>
                            <a:srgbClr val="087E8B"/>
                          </a:solidFill>
                          <a:latin typeface="Calibri"/>
                          <a:ea typeface="Calibri"/>
                          <a:cs typeface="Calibri"/>
                        </a:rPr>
                        <a:t>media</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FFFFFF"/>
                    </a:solidFill>
                  </a:tcPr>
                </a:tc>
                <a:tc>
                  <a:txBody>
                    <a:bodyPr wrap="square"/>
                    <a:lstStyle/>
                    <a:p>
                      <a:pPr algn="l"/>
                      <a:r>
                        <a:rPr sz="2325" b="0">
                          <a:solidFill>
                            <a:srgbClr val="102A43"/>
                          </a:solidFill>
                          <a:latin typeface="Calibri"/>
                          <a:ea typeface="Calibri"/>
                          <a:cs typeface="Calibri"/>
                        </a:rPr>
                        <a:t>Media membantu</a:t>
                      </a:r>
                    </a:p>
                    <a:p>
                      <a:pPr algn="l"/>
                      <a:r>
                        <a:rPr sz="2325" b="0">
                          <a:solidFill>
                            <a:srgbClr val="102A43"/>
                          </a:solidFill>
                          <a:latin typeface="Calibri"/>
                          <a:ea typeface="Calibri"/>
                          <a:cs typeface="Calibri"/>
                        </a:rPr>
                        <a:t>menyajikan materi.</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325" b="0">
                          <a:solidFill>
                            <a:srgbClr val="102A43"/>
                          </a:solidFill>
                          <a:latin typeface="Calibri"/>
                          <a:ea typeface="Calibri"/>
                          <a:cs typeface="Calibri"/>
                        </a:rPr>
                        <a:t>Media perlu tujuan yang jelas</a:t>
                      </a:r>
                    </a:p>
                    <a:p>
                      <a:pPr algn="l"/>
                      <a:r>
                        <a:rPr sz="2325" b="0">
                          <a:solidFill>
                            <a:srgbClr val="102A43"/>
                          </a:solidFill>
                          <a:latin typeface="Calibri"/>
                          <a:ea typeface="Calibri"/>
                          <a:cs typeface="Calibri"/>
                        </a:rPr>
                        <a:t>dan dinilai dengan bukti belajar.</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r>
            </a:tbl>
          </a:graphicData>
        </a:graphic>
      </p:graphicFrame>
      <p:sp>
        <p:nvSpPr>
          <p:cNvPr id="4" name="Perubahan ini perlu saya buktikan secara konsisten dalam keputusan men">
            <a:extLst xmlns:a="http://schemas.openxmlformats.org/drawingml/2006/main">
              <a:ext uri="{FF2B5EF4-FFF2-40B4-BE49-F238E27FC236}">
                <a16:creationId xmlns:a16="http://schemas.microsoft.com/office/drawing/2014/main" id="{82247B88-BF26-4EE9-A9BE-E7235DE9CA81}"/>
              </a:ext>
            </a:extLst>
          </p:cNvPr>
          <p:cNvSpPr>
            <a:spLocks xmlns:a="http://schemas.openxmlformats.org/drawingml/2006/main" noGrp="1"/>
          </p:cNvSpPr>
          <p:nvPr/>
        </p:nvSpPr>
        <p:spPr>
          <a:xfrm xmlns:a="http://schemas.openxmlformats.org/drawingml/2006/main">
            <a:off x="533400" y="61722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B"/>
                </a:solidFill>
                <a:latin typeface="Calibri"/>
                <a:ea typeface="Calibri"/>
                <a:cs typeface="Calibri"/>
              </a:defRPr>
            </a:defPPr>
            <a:lvl1pPr algn="l">
              <a:defRPr sz="2250" b="1">
                <a:solidFill>
                  <a:srgbClr val="087E8B"/>
                </a:solidFill>
                <a:latin typeface="Calibri"/>
                <a:ea typeface="Calibri"/>
                <a:cs typeface="Calibri"/>
              </a:defRPr>
            </a:lvl1pPr>
            <a:lvl2pPr algn="l">
              <a:defRPr sz="2250" b="1">
                <a:solidFill>
                  <a:srgbClr val="087E8B"/>
                </a:solidFill>
                <a:latin typeface="Calibri"/>
                <a:ea typeface="Calibri"/>
                <a:cs typeface="Calibri"/>
              </a:defRPr>
            </a:lvl2pPr>
            <a:lvl3pPr algn="l">
              <a:defRPr sz="2250" b="1">
                <a:solidFill>
                  <a:srgbClr val="087E8B"/>
                </a:solidFill>
                <a:latin typeface="Calibri"/>
                <a:ea typeface="Calibri"/>
                <a:cs typeface="Calibri"/>
              </a:defRPr>
            </a:lvl3pPr>
            <a:lvl4pPr algn="l">
              <a:defRPr sz="2250" b="1">
                <a:solidFill>
                  <a:srgbClr val="087E8B"/>
                </a:solidFill>
                <a:latin typeface="Calibri"/>
                <a:ea typeface="Calibri"/>
                <a:cs typeface="Calibri"/>
              </a:defRPr>
            </a:lvl4pPr>
            <a:lvl5pPr algn="l">
              <a:defRPr sz="2250" b="1">
                <a:solidFill>
                  <a:srgbClr val="087E8B"/>
                </a:solidFill>
                <a:latin typeface="Calibri"/>
                <a:ea typeface="Calibri"/>
                <a:cs typeface="Calibri"/>
              </a:defRPr>
            </a:lvl5pPr>
            <a:lvl6pPr algn="l">
              <a:defRPr sz="2250" b="1">
                <a:solidFill>
                  <a:srgbClr val="087E8B"/>
                </a:solidFill>
                <a:latin typeface="Calibri"/>
                <a:ea typeface="Calibri"/>
                <a:cs typeface="Calibri"/>
              </a:defRPr>
            </a:lvl6pPr>
            <a:lvl7pPr algn="l">
              <a:defRPr sz="2250" b="1">
                <a:solidFill>
                  <a:srgbClr val="087E8B"/>
                </a:solidFill>
                <a:latin typeface="Calibri"/>
                <a:ea typeface="Calibri"/>
                <a:cs typeface="Calibri"/>
              </a:defRPr>
            </a:lvl7pPr>
            <a:lvl8pPr algn="l">
              <a:defRPr sz="2250" b="1">
                <a:solidFill>
                  <a:srgbClr val="087E8B"/>
                </a:solidFill>
                <a:latin typeface="Calibri"/>
                <a:ea typeface="Calibri"/>
                <a:cs typeface="Calibri"/>
              </a:defRPr>
            </a:lvl8pPr>
            <a:lvl9pPr algn="l">
              <a:defRPr sz="2250" b="1">
                <a:solidFill>
                  <a:srgbClr val="087E8B"/>
                </a:solidFill>
                <a:latin typeface="Calibri"/>
                <a:ea typeface="Calibri"/>
                <a:cs typeface="Calibri"/>
              </a:defRPr>
            </a:lvl9pPr>
          </a:lstStyle>
          <a:p xmlns:a="http://schemas.openxmlformats.org/drawingml/2006/main">
            <a:pPr algn="l">
              <a:defRPr sz="2250" b="1">
                <a:solidFill>
                  <a:srgbClr val="087E8B"/>
                </a:solidFill>
                <a:latin typeface="Calibri"/>
                <a:ea typeface="Calibri"/>
                <a:cs typeface="Calibri"/>
              </a:defRPr>
            </a:pPr>
            <a:r>
              <a:rPr sz="2250" b="1">
                <a:solidFill>
                  <a:srgbClr val="087E8B"/>
                </a:solidFill>
                <a:latin typeface="Calibri"/>
                <a:ea typeface="Calibri"/>
                <a:cs typeface="Calibri"/>
              </a:rPr>
              <a:t>Perubahan ini perlu saya buktikan secara konsisten dalam keputusan mengajar.</a:t>
            </a:r>
          </a:p>
        </p:txBody>
      </p:sp>
    </p:spTree>
    <p:extLst>
      <p:ext uri="{BB962C8B-B14F-4D97-AF65-F5344CB8AC3E}">
        <p14:creationId xmlns:p14="http://schemas.microsoft.com/office/powerpoint/2010/main" val="29796422"/>
      </p:ext>
    </p:extLst>
  </p:cSld>
</p:sld>
</file>

<file path=ppt/slides/slide11.xml><?xml version="1.0" encoding="utf-8"?>
<p:sld xmlns:p="http://schemas.openxmlformats.org/presentationml/2006/main">
  <p:cSld>
    <p:bg>
      <p:bgPr>
        <a:solidFill xmlns:a="http://schemas.openxmlformats.org/drawingml/2006/main">
          <a:srgbClr val="E6F1F2"/>
        </a:solidFill>
      </p:bgPr>
    </p:bg>
    <p:spTree>
      <p:nvGrpSpPr>
        <p:cNvPr id="1" name=""/>
        <p:cNvGrpSpPr/>
        <p:nvPr/>
      </p:nvGrpSpPr>
      <p:grpSpPr>
        <a:xfrm xmlns:a="http://schemas.openxmlformats.org/drawingml/2006/main"/>
      </p:grpSpPr>
      <p:sp>
        <p:nvSpPr>
          <p:cNvPr id="10" name="Rumusan hasil refleksi keseluruhan">
            <a:extLst xmlns:a="http://schemas.openxmlformats.org/drawingml/2006/main">
              <a:ext uri="{FF2B5EF4-FFF2-40B4-BE49-F238E27FC236}">
                <a16:creationId xmlns:a16="http://schemas.microsoft.com/office/drawing/2014/main" id="{6ACFE7D8-51B4-4960-8832-0EB64D6DD363}"/>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02A43"/>
                </a:solidFill>
                <a:latin typeface="Calibri"/>
                <a:ea typeface="Calibri"/>
                <a:cs typeface="Calibri"/>
              </a:defRPr>
            </a:defPPr>
            <a:lvl1pPr algn="l">
              <a:defRPr sz="3975" b="1">
                <a:solidFill>
                  <a:srgbClr val="102A43"/>
                </a:solidFill>
                <a:latin typeface="Calibri"/>
                <a:ea typeface="Calibri"/>
                <a:cs typeface="Calibri"/>
              </a:defRPr>
            </a:lvl1pPr>
            <a:lvl2pPr algn="l">
              <a:defRPr sz="3975" b="1">
                <a:solidFill>
                  <a:srgbClr val="102A43"/>
                </a:solidFill>
                <a:latin typeface="Calibri"/>
                <a:ea typeface="Calibri"/>
                <a:cs typeface="Calibri"/>
              </a:defRPr>
            </a:lvl2pPr>
            <a:lvl3pPr algn="l">
              <a:defRPr sz="3975" b="1">
                <a:solidFill>
                  <a:srgbClr val="102A43"/>
                </a:solidFill>
                <a:latin typeface="Calibri"/>
                <a:ea typeface="Calibri"/>
                <a:cs typeface="Calibri"/>
              </a:defRPr>
            </a:lvl3pPr>
            <a:lvl4pPr algn="l">
              <a:defRPr sz="3975" b="1">
                <a:solidFill>
                  <a:srgbClr val="102A43"/>
                </a:solidFill>
                <a:latin typeface="Calibri"/>
                <a:ea typeface="Calibri"/>
                <a:cs typeface="Calibri"/>
              </a:defRPr>
            </a:lvl4pPr>
            <a:lvl5pPr algn="l">
              <a:defRPr sz="3975" b="1">
                <a:solidFill>
                  <a:srgbClr val="102A43"/>
                </a:solidFill>
                <a:latin typeface="Calibri"/>
                <a:ea typeface="Calibri"/>
                <a:cs typeface="Calibri"/>
              </a:defRPr>
            </a:lvl5pPr>
            <a:lvl6pPr algn="l">
              <a:defRPr sz="3975" b="1">
                <a:solidFill>
                  <a:srgbClr val="102A43"/>
                </a:solidFill>
                <a:latin typeface="Calibri"/>
                <a:ea typeface="Calibri"/>
                <a:cs typeface="Calibri"/>
              </a:defRPr>
            </a:lvl6pPr>
            <a:lvl7pPr algn="l">
              <a:defRPr sz="3975" b="1">
                <a:solidFill>
                  <a:srgbClr val="102A43"/>
                </a:solidFill>
                <a:latin typeface="Calibri"/>
                <a:ea typeface="Calibri"/>
                <a:cs typeface="Calibri"/>
              </a:defRPr>
            </a:lvl7pPr>
            <a:lvl8pPr algn="l">
              <a:defRPr sz="3975" b="1">
                <a:solidFill>
                  <a:srgbClr val="102A43"/>
                </a:solidFill>
                <a:latin typeface="Calibri"/>
                <a:ea typeface="Calibri"/>
                <a:cs typeface="Calibri"/>
              </a:defRPr>
            </a:lvl8pPr>
            <a:lvl9pPr algn="l">
              <a:defRPr sz="3975" b="1">
                <a:solidFill>
                  <a:srgbClr val="102A43"/>
                </a:solidFill>
                <a:latin typeface="Calibri"/>
                <a:ea typeface="Calibri"/>
                <a:cs typeface="Calibri"/>
              </a:defRPr>
            </a:lvl9pPr>
          </a:lstStyle>
          <a:p xmlns:a="http://schemas.openxmlformats.org/drawingml/2006/main">
            <a:pPr algn="l">
              <a:defRPr sz="3975" b="1">
                <a:solidFill>
                  <a:srgbClr val="102A43"/>
                </a:solidFill>
                <a:latin typeface="Calibri"/>
                <a:ea typeface="Calibri"/>
                <a:cs typeface="Calibri"/>
              </a:defRPr>
            </a:pPr>
            <a:r>
              <a:rPr sz="3975" b="1">
                <a:solidFill>
                  <a:srgbClr val="102A43"/>
                </a:solidFill>
                <a:latin typeface="Calibri"/>
                <a:ea typeface="Calibri"/>
                <a:cs typeface="Calibri"/>
              </a:rPr>
              <a:t>Rumusan hasil refleksi keseluruhan</a:t>
            </a:r>
          </a:p>
        </p:txBody>
      </p:sp>
      <p:sp>
        <p:nvSpPr>
          <p:cNvPr id="2" name="11">
            <a:extLst xmlns:a="http://schemas.openxmlformats.org/drawingml/2006/main">
              <a:ext uri="{FF2B5EF4-FFF2-40B4-BE49-F238E27FC236}">
                <a16:creationId xmlns:a16="http://schemas.microsoft.com/office/drawing/2014/main" id="{0B8B7EC0-AC79-4929-BAB6-3EDCFC5A979D}"/>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11</a:t>
            </a:r>
          </a:p>
        </p:txBody>
      </p:sp>
      <p:sp>
        <p:nvSpPr>
          <p:cNvPr id="3" name="Pembelajaran membutuhkan keputusan yang peka terhadap murid dan dapat ">
            <a:extLst xmlns:a="http://schemas.openxmlformats.org/drawingml/2006/main">
              <a:ext uri="{FF2B5EF4-FFF2-40B4-BE49-F238E27FC236}">
                <a16:creationId xmlns:a16="http://schemas.microsoft.com/office/drawing/2014/main" id="{BB50DBE4-AE77-488D-A61D-828D9E2DADB3}"/>
              </a:ext>
            </a:extLst>
          </p:cNvPr>
          <p:cNvSpPr>
            <a:spLocks xmlns:a="http://schemas.openxmlformats.org/drawingml/2006/main" noGrp="1"/>
          </p:cNvSpPr>
          <p:nvPr/>
        </p:nvSpPr>
        <p:spPr>
          <a:xfrm xmlns:a="http://schemas.openxmlformats.org/drawingml/2006/main">
            <a:off x="533400" y="1676400"/>
            <a:ext cx="11125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A43"/>
                </a:solidFill>
                <a:latin typeface="Calibri"/>
                <a:ea typeface="Calibri"/>
                <a:cs typeface="Calibri"/>
              </a:defRPr>
            </a:defPPr>
            <a:lvl1pPr algn="l">
              <a:defRPr sz="3225" b="1">
                <a:solidFill>
                  <a:srgbClr val="102A43"/>
                </a:solidFill>
                <a:latin typeface="Calibri"/>
                <a:ea typeface="Calibri"/>
                <a:cs typeface="Calibri"/>
              </a:defRPr>
            </a:lvl1pPr>
            <a:lvl2pPr algn="l">
              <a:defRPr sz="3225" b="1">
                <a:solidFill>
                  <a:srgbClr val="102A43"/>
                </a:solidFill>
                <a:latin typeface="Calibri"/>
                <a:ea typeface="Calibri"/>
                <a:cs typeface="Calibri"/>
              </a:defRPr>
            </a:lvl2pPr>
            <a:lvl3pPr algn="l">
              <a:defRPr sz="3225" b="1">
                <a:solidFill>
                  <a:srgbClr val="102A43"/>
                </a:solidFill>
                <a:latin typeface="Calibri"/>
                <a:ea typeface="Calibri"/>
                <a:cs typeface="Calibri"/>
              </a:defRPr>
            </a:lvl3pPr>
            <a:lvl4pPr algn="l">
              <a:defRPr sz="3225" b="1">
                <a:solidFill>
                  <a:srgbClr val="102A43"/>
                </a:solidFill>
                <a:latin typeface="Calibri"/>
                <a:ea typeface="Calibri"/>
                <a:cs typeface="Calibri"/>
              </a:defRPr>
            </a:lvl4pPr>
            <a:lvl5pPr algn="l">
              <a:defRPr sz="3225" b="1">
                <a:solidFill>
                  <a:srgbClr val="102A43"/>
                </a:solidFill>
                <a:latin typeface="Calibri"/>
                <a:ea typeface="Calibri"/>
                <a:cs typeface="Calibri"/>
              </a:defRPr>
            </a:lvl5pPr>
            <a:lvl6pPr algn="l">
              <a:defRPr sz="3225" b="1">
                <a:solidFill>
                  <a:srgbClr val="102A43"/>
                </a:solidFill>
                <a:latin typeface="Calibri"/>
                <a:ea typeface="Calibri"/>
                <a:cs typeface="Calibri"/>
              </a:defRPr>
            </a:lvl6pPr>
            <a:lvl7pPr algn="l">
              <a:defRPr sz="3225" b="1">
                <a:solidFill>
                  <a:srgbClr val="102A43"/>
                </a:solidFill>
                <a:latin typeface="Calibri"/>
                <a:ea typeface="Calibri"/>
                <a:cs typeface="Calibri"/>
              </a:defRPr>
            </a:lvl7pPr>
            <a:lvl8pPr algn="l">
              <a:defRPr sz="3225" b="1">
                <a:solidFill>
                  <a:srgbClr val="102A43"/>
                </a:solidFill>
                <a:latin typeface="Calibri"/>
                <a:ea typeface="Calibri"/>
                <a:cs typeface="Calibri"/>
              </a:defRPr>
            </a:lvl8pPr>
            <a:lvl9pPr algn="l">
              <a:defRPr sz="3225" b="1">
                <a:solidFill>
                  <a:srgbClr val="102A43"/>
                </a:solidFill>
                <a:latin typeface="Calibri"/>
                <a:ea typeface="Calibri"/>
                <a:cs typeface="Calibri"/>
              </a:defRPr>
            </a:lvl9pPr>
          </a:lstStyle>
          <a:p xmlns:a="http://schemas.openxmlformats.org/drawingml/2006/main">
            <a:pPr algn="l">
              <a:defRPr sz="3225" b="1">
                <a:solidFill>
                  <a:srgbClr val="102A43"/>
                </a:solidFill>
                <a:latin typeface="Calibri"/>
                <a:ea typeface="Calibri"/>
                <a:cs typeface="Calibri"/>
              </a:defRPr>
            </a:pPr>
            <a:r>
              <a:rPr sz="3225" b="1">
                <a:solidFill>
                  <a:srgbClr val="102A43"/>
                </a:solidFill>
                <a:latin typeface="Calibri"/>
                <a:ea typeface="Calibri"/>
                <a:cs typeface="Calibri"/>
              </a:rPr>
              <a:t>Pembelajaran membutuhkan keputusan</a:t>
            </a:r>
          </a:p>
          <a:p xmlns:a="http://schemas.openxmlformats.org/drawingml/2006/main">
            <a:pPr algn="l">
              <a:defRPr sz="3225" b="1">
                <a:solidFill>
                  <a:srgbClr val="102A43"/>
                </a:solidFill>
                <a:latin typeface="Calibri"/>
                <a:ea typeface="Calibri"/>
                <a:cs typeface="Calibri"/>
              </a:defRPr>
            </a:pPr>
            <a:r>
              <a:rPr sz="3225" b="1">
                <a:solidFill>
                  <a:srgbClr val="102A43"/>
                </a:solidFill>
                <a:latin typeface="Calibri"/>
                <a:ea typeface="Calibri"/>
                <a:cs typeface="Calibri"/>
              </a:rPr>
              <a:t>yang peka terhadap murid dan dapat dijelaskan</a:t>
            </a:r>
          </a:p>
          <a:p xmlns:a="http://schemas.openxmlformats.org/drawingml/2006/main">
            <a:pPr algn="l">
              <a:defRPr sz="3225" b="1">
                <a:solidFill>
                  <a:srgbClr val="102A43"/>
                </a:solidFill>
                <a:latin typeface="Calibri"/>
                <a:ea typeface="Calibri"/>
                <a:cs typeface="Calibri"/>
              </a:defRPr>
            </a:pPr>
            <a:r>
              <a:rPr sz="3225" b="1">
                <a:solidFill>
                  <a:srgbClr val="102A43"/>
                </a:solidFill>
                <a:latin typeface="Calibri"/>
                <a:ea typeface="Calibri"/>
                <a:cs typeface="Calibri"/>
              </a:rPr>
              <a:t>melalui bukti belajar.</a:t>
            </a:r>
          </a:p>
        </p:txBody>
      </p:sp>
      <p:sp>
        <p:nvSpPr>
          <p:cNvPr id="4" name="Kekuatan yang saya lanjutkan">
            <a:extLst xmlns:a="http://schemas.openxmlformats.org/drawingml/2006/main">
              <a:ext uri="{FF2B5EF4-FFF2-40B4-BE49-F238E27FC236}">
                <a16:creationId xmlns:a16="http://schemas.microsoft.com/office/drawing/2014/main" id="{496BF5FB-0B5D-47FC-9C80-C842B2B29E76}"/>
              </a:ext>
            </a:extLst>
          </p:cNvPr>
          <p:cNvSpPr>
            <a:spLocks xmlns:a="http://schemas.openxmlformats.org/drawingml/2006/main" noGrp="1"/>
          </p:cNvSpPr>
          <p:nvPr/>
        </p:nvSpPr>
        <p:spPr>
          <a:xfrm xmlns:a="http://schemas.openxmlformats.org/drawingml/2006/main">
            <a:off x="533400" y="3790950"/>
            <a:ext cx="5286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E8B"/>
                </a:solidFill>
                <a:latin typeface="Calibri"/>
                <a:ea typeface="Calibri"/>
                <a:cs typeface="Calibri"/>
              </a:defRPr>
            </a:defPPr>
            <a:lvl1pPr algn="l">
              <a:defRPr sz="2400" b="1">
                <a:solidFill>
                  <a:srgbClr val="087E8B"/>
                </a:solidFill>
                <a:latin typeface="Calibri"/>
                <a:ea typeface="Calibri"/>
                <a:cs typeface="Calibri"/>
              </a:defRPr>
            </a:lvl1pPr>
            <a:lvl2pPr algn="l">
              <a:defRPr sz="2400" b="1">
                <a:solidFill>
                  <a:srgbClr val="087E8B"/>
                </a:solidFill>
                <a:latin typeface="Calibri"/>
                <a:ea typeface="Calibri"/>
                <a:cs typeface="Calibri"/>
              </a:defRPr>
            </a:lvl2pPr>
            <a:lvl3pPr algn="l">
              <a:defRPr sz="2400" b="1">
                <a:solidFill>
                  <a:srgbClr val="087E8B"/>
                </a:solidFill>
                <a:latin typeface="Calibri"/>
                <a:ea typeface="Calibri"/>
                <a:cs typeface="Calibri"/>
              </a:defRPr>
            </a:lvl3pPr>
            <a:lvl4pPr algn="l">
              <a:defRPr sz="2400" b="1">
                <a:solidFill>
                  <a:srgbClr val="087E8B"/>
                </a:solidFill>
                <a:latin typeface="Calibri"/>
                <a:ea typeface="Calibri"/>
                <a:cs typeface="Calibri"/>
              </a:defRPr>
            </a:lvl4pPr>
            <a:lvl5pPr algn="l">
              <a:defRPr sz="2400" b="1">
                <a:solidFill>
                  <a:srgbClr val="087E8B"/>
                </a:solidFill>
                <a:latin typeface="Calibri"/>
                <a:ea typeface="Calibri"/>
                <a:cs typeface="Calibri"/>
              </a:defRPr>
            </a:lvl5pPr>
            <a:lvl6pPr algn="l">
              <a:defRPr sz="2400" b="1">
                <a:solidFill>
                  <a:srgbClr val="087E8B"/>
                </a:solidFill>
                <a:latin typeface="Calibri"/>
                <a:ea typeface="Calibri"/>
                <a:cs typeface="Calibri"/>
              </a:defRPr>
            </a:lvl6pPr>
            <a:lvl7pPr algn="l">
              <a:defRPr sz="2400" b="1">
                <a:solidFill>
                  <a:srgbClr val="087E8B"/>
                </a:solidFill>
                <a:latin typeface="Calibri"/>
                <a:ea typeface="Calibri"/>
                <a:cs typeface="Calibri"/>
              </a:defRPr>
            </a:lvl7pPr>
            <a:lvl8pPr algn="l">
              <a:defRPr sz="2400" b="1">
                <a:solidFill>
                  <a:srgbClr val="087E8B"/>
                </a:solidFill>
                <a:latin typeface="Calibri"/>
                <a:ea typeface="Calibri"/>
                <a:cs typeface="Calibri"/>
              </a:defRPr>
            </a:lvl8pPr>
            <a:lvl9pPr algn="l">
              <a:defRPr sz="2400" b="1">
                <a:solidFill>
                  <a:srgbClr val="087E8B"/>
                </a:solidFill>
                <a:latin typeface="Calibri"/>
                <a:ea typeface="Calibri"/>
                <a:cs typeface="Calibri"/>
              </a:defRPr>
            </a:lvl9pPr>
          </a:lstStyle>
          <a:p xmlns:a="http://schemas.openxmlformats.org/drawingml/2006/main">
            <a:pPr algn="l">
              <a:defRPr sz="2400" b="1">
                <a:solidFill>
                  <a:srgbClr val="087E8B"/>
                </a:solidFill>
                <a:latin typeface="Calibri"/>
                <a:ea typeface="Calibri"/>
                <a:cs typeface="Calibri"/>
              </a:defRPr>
            </a:pPr>
            <a:r>
              <a:rPr sz="2400" b="1">
                <a:solidFill>
                  <a:srgbClr val="087E8B"/>
                </a:solidFill>
                <a:latin typeface="Calibri"/>
                <a:ea typeface="Calibri"/>
                <a:cs typeface="Calibri"/>
              </a:rPr>
              <a:t>Kekuatan yang saya lanjutkan</a:t>
            </a:r>
          </a:p>
        </p:txBody>
      </p:sp>
      <p:sp>
        <p:nvSpPr>
          <p:cNvPr id="5" name="Konteks kejuruan dan kemauan mengembangkan media melalui MetalVerseFer">
            <a:extLst xmlns:a="http://schemas.openxmlformats.org/drawingml/2006/main">
              <a:ext uri="{FF2B5EF4-FFF2-40B4-BE49-F238E27FC236}">
                <a16:creationId xmlns:a16="http://schemas.microsoft.com/office/drawing/2014/main" id="{EB727820-E847-45FB-908A-AE868837BB9B}"/>
              </a:ext>
            </a:extLst>
          </p:cNvPr>
          <p:cNvSpPr>
            <a:spLocks xmlns:a="http://schemas.openxmlformats.org/drawingml/2006/main" noGrp="1"/>
          </p:cNvSpPr>
          <p:nvPr/>
        </p:nvSpPr>
        <p:spPr>
          <a:xfrm xmlns:a="http://schemas.openxmlformats.org/drawingml/2006/main">
            <a:off x="533400" y="4419600"/>
            <a:ext cx="5238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02A43"/>
                </a:solidFill>
                <a:latin typeface="Calibri"/>
                <a:ea typeface="Calibri"/>
                <a:cs typeface="Calibri"/>
              </a:defRPr>
            </a:defPPr>
            <a:lvl1pPr algn="l">
              <a:defRPr sz="2475" b="0">
                <a:solidFill>
                  <a:srgbClr val="102A43"/>
                </a:solidFill>
                <a:latin typeface="Calibri"/>
                <a:ea typeface="Calibri"/>
                <a:cs typeface="Calibri"/>
              </a:defRPr>
            </a:lvl1pPr>
            <a:lvl2pPr algn="l">
              <a:defRPr sz="2475" b="0">
                <a:solidFill>
                  <a:srgbClr val="102A43"/>
                </a:solidFill>
                <a:latin typeface="Calibri"/>
                <a:ea typeface="Calibri"/>
                <a:cs typeface="Calibri"/>
              </a:defRPr>
            </a:lvl2pPr>
            <a:lvl3pPr algn="l">
              <a:defRPr sz="2475" b="0">
                <a:solidFill>
                  <a:srgbClr val="102A43"/>
                </a:solidFill>
                <a:latin typeface="Calibri"/>
                <a:ea typeface="Calibri"/>
                <a:cs typeface="Calibri"/>
              </a:defRPr>
            </a:lvl3pPr>
            <a:lvl4pPr algn="l">
              <a:defRPr sz="2475" b="0">
                <a:solidFill>
                  <a:srgbClr val="102A43"/>
                </a:solidFill>
                <a:latin typeface="Calibri"/>
                <a:ea typeface="Calibri"/>
                <a:cs typeface="Calibri"/>
              </a:defRPr>
            </a:lvl4pPr>
            <a:lvl5pPr algn="l">
              <a:defRPr sz="2475" b="0">
                <a:solidFill>
                  <a:srgbClr val="102A43"/>
                </a:solidFill>
                <a:latin typeface="Calibri"/>
                <a:ea typeface="Calibri"/>
                <a:cs typeface="Calibri"/>
              </a:defRPr>
            </a:lvl5pPr>
            <a:lvl6pPr algn="l">
              <a:defRPr sz="2475" b="0">
                <a:solidFill>
                  <a:srgbClr val="102A43"/>
                </a:solidFill>
                <a:latin typeface="Calibri"/>
                <a:ea typeface="Calibri"/>
                <a:cs typeface="Calibri"/>
              </a:defRPr>
            </a:lvl6pPr>
            <a:lvl7pPr algn="l">
              <a:defRPr sz="2475" b="0">
                <a:solidFill>
                  <a:srgbClr val="102A43"/>
                </a:solidFill>
                <a:latin typeface="Calibri"/>
                <a:ea typeface="Calibri"/>
                <a:cs typeface="Calibri"/>
              </a:defRPr>
            </a:lvl7pPr>
            <a:lvl8pPr algn="l">
              <a:defRPr sz="2475" b="0">
                <a:solidFill>
                  <a:srgbClr val="102A43"/>
                </a:solidFill>
                <a:latin typeface="Calibri"/>
                <a:ea typeface="Calibri"/>
                <a:cs typeface="Calibri"/>
              </a:defRPr>
            </a:lvl8pPr>
            <a:lvl9pPr algn="l">
              <a:defRPr sz="2475" b="0">
                <a:solidFill>
                  <a:srgbClr val="102A43"/>
                </a:solidFill>
                <a:latin typeface="Calibri"/>
                <a:ea typeface="Calibri"/>
                <a:cs typeface="Calibri"/>
              </a:defRPr>
            </a:lvl9pPr>
          </a:lstStyle>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Konteks kejuruan dan kemauan</a:t>
            </a:r>
          </a:p>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mengembangkan media melalui</a:t>
            </a:r>
          </a:p>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MetalVerseFery.</a:t>
            </a:r>
          </a:p>
        </p:txBody>
      </p:sp>
      <p:sp>
        <p:nvSpPr>
          <p:cNvPr id="6" name="Bagian yang perlu saya kuatkan">
            <a:extLst xmlns:a="http://schemas.openxmlformats.org/drawingml/2006/main">
              <a:ext uri="{FF2B5EF4-FFF2-40B4-BE49-F238E27FC236}">
                <a16:creationId xmlns:a16="http://schemas.microsoft.com/office/drawing/2014/main" id="{4193729E-49A7-4DCB-92F3-7CDF6612F148}"/>
              </a:ext>
            </a:extLst>
          </p:cNvPr>
          <p:cNvSpPr>
            <a:spLocks xmlns:a="http://schemas.openxmlformats.org/drawingml/2006/main" noGrp="1"/>
          </p:cNvSpPr>
          <p:nvPr/>
        </p:nvSpPr>
        <p:spPr>
          <a:xfrm xmlns:a="http://schemas.openxmlformats.org/drawingml/2006/main">
            <a:off x="6591300" y="3790950"/>
            <a:ext cx="5067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8582B"/>
                </a:solidFill>
                <a:latin typeface="Calibri"/>
                <a:ea typeface="Calibri"/>
                <a:cs typeface="Calibri"/>
              </a:defRPr>
            </a:defPPr>
            <a:lvl1pPr algn="l">
              <a:defRPr sz="2400" b="1">
                <a:solidFill>
                  <a:srgbClr val="C8582B"/>
                </a:solidFill>
                <a:latin typeface="Calibri"/>
                <a:ea typeface="Calibri"/>
                <a:cs typeface="Calibri"/>
              </a:defRPr>
            </a:lvl1pPr>
            <a:lvl2pPr algn="l">
              <a:defRPr sz="2400" b="1">
                <a:solidFill>
                  <a:srgbClr val="C8582B"/>
                </a:solidFill>
                <a:latin typeface="Calibri"/>
                <a:ea typeface="Calibri"/>
                <a:cs typeface="Calibri"/>
              </a:defRPr>
            </a:lvl2pPr>
            <a:lvl3pPr algn="l">
              <a:defRPr sz="2400" b="1">
                <a:solidFill>
                  <a:srgbClr val="C8582B"/>
                </a:solidFill>
                <a:latin typeface="Calibri"/>
                <a:ea typeface="Calibri"/>
                <a:cs typeface="Calibri"/>
              </a:defRPr>
            </a:lvl3pPr>
            <a:lvl4pPr algn="l">
              <a:defRPr sz="2400" b="1">
                <a:solidFill>
                  <a:srgbClr val="C8582B"/>
                </a:solidFill>
                <a:latin typeface="Calibri"/>
                <a:ea typeface="Calibri"/>
                <a:cs typeface="Calibri"/>
              </a:defRPr>
            </a:lvl4pPr>
            <a:lvl5pPr algn="l">
              <a:defRPr sz="2400" b="1">
                <a:solidFill>
                  <a:srgbClr val="C8582B"/>
                </a:solidFill>
                <a:latin typeface="Calibri"/>
                <a:ea typeface="Calibri"/>
                <a:cs typeface="Calibri"/>
              </a:defRPr>
            </a:lvl5pPr>
            <a:lvl6pPr algn="l">
              <a:defRPr sz="2400" b="1">
                <a:solidFill>
                  <a:srgbClr val="C8582B"/>
                </a:solidFill>
                <a:latin typeface="Calibri"/>
                <a:ea typeface="Calibri"/>
                <a:cs typeface="Calibri"/>
              </a:defRPr>
            </a:lvl6pPr>
            <a:lvl7pPr algn="l">
              <a:defRPr sz="2400" b="1">
                <a:solidFill>
                  <a:srgbClr val="C8582B"/>
                </a:solidFill>
                <a:latin typeface="Calibri"/>
                <a:ea typeface="Calibri"/>
                <a:cs typeface="Calibri"/>
              </a:defRPr>
            </a:lvl7pPr>
            <a:lvl8pPr algn="l">
              <a:defRPr sz="2400" b="1">
                <a:solidFill>
                  <a:srgbClr val="C8582B"/>
                </a:solidFill>
                <a:latin typeface="Calibri"/>
                <a:ea typeface="Calibri"/>
                <a:cs typeface="Calibri"/>
              </a:defRPr>
            </a:lvl8pPr>
            <a:lvl9pPr algn="l">
              <a:defRPr sz="2400" b="1">
                <a:solidFill>
                  <a:srgbClr val="C8582B"/>
                </a:solidFill>
                <a:latin typeface="Calibri"/>
                <a:ea typeface="Calibri"/>
                <a:cs typeface="Calibri"/>
              </a:defRPr>
            </a:lvl9pPr>
          </a:lstStyle>
          <a:p xmlns:a="http://schemas.openxmlformats.org/drawingml/2006/main">
            <a:pPr algn="l">
              <a:defRPr sz="2400" b="1">
                <a:solidFill>
                  <a:srgbClr val="C8582B"/>
                </a:solidFill>
                <a:latin typeface="Calibri"/>
                <a:ea typeface="Calibri"/>
                <a:cs typeface="Calibri"/>
              </a:defRPr>
            </a:pPr>
            <a:r>
              <a:rPr sz="2400" b="1">
                <a:solidFill>
                  <a:srgbClr val="C8582B"/>
                </a:solidFill>
                <a:latin typeface="Calibri"/>
                <a:ea typeface="Calibri"/>
                <a:cs typeface="Calibri"/>
              </a:rPr>
              <a:t>Bagian yang perlu saya kuatkan</a:t>
            </a:r>
          </a:p>
        </p:txBody>
      </p:sp>
      <p:sp>
        <p:nvSpPr>
          <p:cNvPr id="7" name="Dokumentasi respons siswa, analisis hasil praktik, dan revisi berdasar">
            <a:extLst xmlns:a="http://schemas.openxmlformats.org/drawingml/2006/main">
              <a:ext uri="{FF2B5EF4-FFF2-40B4-BE49-F238E27FC236}">
                <a16:creationId xmlns:a16="http://schemas.microsoft.com/office/drawing/2014/main" id="{C97C4811-5686-41C1-B6C2-C54CE50610A5}"/>
              </a:ext>
            </a:extLst>
          </p:cNvPr>
          <p:cNvSpPr>
            <a:spLocks xmlns:a="http://schemas.openxmlformats.org/drawingml/2006/main" noGrp="1"/>
          </p:cNvSpPr>
          <p:nvPr/>
        </p:nvSpPr>
        <p:spPr>
          <a:xfrm xmlns:a="http://schemas.openxmlformats.org/drawingml/2006/main">
            <a:off x="6591300" y="4419600"/>
            <a:ext cx="50673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02A43"/>
                </a:solidFill>
                <a:latin typeface="Calibri"/>
                <a:ea typeface="Calibri"/>
                <a:cs typeface="Calibri"/>
              </a:defRPr>
            </a:defPPr>
            <a:lvl1pPr algn="l">
              <a:defRPr sz="2475" b="0">
                <a:solidFill>
                  <a:srgbClr val="102A43"/>
                </a:solidFill>
                <a:latin typeface="Calibri"/>
                <a:ea typeface="Calibri"/>
                <a:cs typeface="Calibri"/>
              </a:defRPr>
            </a:lvl1pPr>
            <a:lvl2pPr algn="l">
              <a:defRPr sz="2475" b="0">
                <a:solidFill>
                  <a:srgbClr val="102A43"/>
                </a:solidFill>
                <a:latin typeface="Calibri"/>
                <a:ea typeface="Calibri"/>
                <a:cs typeface="Calibri"/>
              </a:defRPr>
            </a:lvl2pPr>
            <a:lvl3pPr algn="l">
              <a:defRPr sz="2475" b="0">
                <a:solidFill>
                  <a:srgbClr val="102A43"/>
                </a:solidFill>
                <a:latin typeface="Calibri"/>
                <a:ea typeface="Calibri"/>
                <a:cs typeface="Calibri"/>
              </a:defRPr>
            </a:lvl3pPr>
            <a:lvl4pPr algn="l">
              <a:defRPr sz="2475" b="0">
                <a:solidFill>
                  <a:srgbClr val="102A43"/>
                </a:solidFill>
                <a:latin typeface="Calibri"/>
                <a:ea typeface="Calibri"/>
                <a:cs typeface="Calibri"/>
              </a:defRPr>
            </a:lvl4pPr>
            <a:lvl5pPr algn="l">
              <a:defRPr sz="2475" b="0">
                <a:solidFill>
                  <a:srgbClr val="102A43"/>
                </a:solidFill>
                <a:latin typeface="Calibri"/>
                <a:ea typeface="Calibri"/>
                <a:cs typeface="Calibri"/>
              </a:defRPr>
            </a:lvl5pPr>
            <a:lvl6pPr algn="l">
              <a:defRPr sz="2475" b="0">
                <a:solidFill>
                  <a:srgbClr val="102A43"/>
                </a:solidFill>
                <a:latin typeface="Calibri"/>
                <a:ea typeface="Calibri"/>
                <a:cs typeface="Calibri"/>
              </a:defRPr>
            </a:lvl6pPr>
            <a:lvl7pPr algn="l">
              <a:defRPr sz="2475" b="0">
                <a:solidFill>
                  <a:srgbClr val="102A43"/>
                </a:solidFill>
                <a:latin typeface="Calibri"/>
                <a:ea typeface="Calibri"/>
                <a:cs typeface="Calibri"/>
              </a:defRPr>
            </a:lvl7pPr>
            <a:lvl8pPr algn="l">
              <a:defRPr sz="2475" b="0">
                <a:solidFill>
                  <a:srgbClr val="102A43"/>
                </a:solidFill>
                <a:latin typeface="Calibri"/>
                <a:ea typeface="Calibri"/>
                <a:cs typeface="Calibri"/>
              </a:defRPr>
            </a:lvl8pPr>
            <a:lvl9pPr algn="l">
              <a:defRPr sz="2475" b="0">
                <a:solidFill>
                  <a:srgbClr val="102A43"/>
                </a:solidFill>
                <a:latin typeface="Calibri"/>
                <a:ea typeface="Calibri"/>
                <a:cs typeface="Calibri"/>
              </a:defRPr>
            </a:lvl9pPr>
          </a:lstStyle>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Dokumentasi respons siswa,</a:t>
            </a:r>
          </a:p>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analisis hasil praktik, dan revisi</a:t>
            </a:r>
          </a:p>
          <a:p xmlns:a="http://schemas.openxmlformats.org/drawingml/2006/main">
            <a:pPr algn="l">
              <a:defRPr sz="2475" b="0">
                <a:solidFill>
                  <a:srgbClr val="102A43"/>
                </a:solidFill>
                <a:latin typeface="Calibri"/>
                <a:ea typeface="Calibri"/>
                <a:cs typeface="Calibri"/>
              </a:defRPr>
            </a:pPr>
            <a:r>
              <a:rPr sz="2475" b="0">
                <a:solidFill>
                  <a:srgbClr val="102A43"/>
                </a:solidFill>
                <a:latin typeface="Calibri"/>
                <a:ea typeface="Calibri"/>
                <a:cs typeface="Calibri"/>
              </a:rPr>
              <a:t>berdasarkan umpan balik.</a:t>
            </a:r>
          </a:p>
        </p:txBody>
      </p:sp>
      <p:sp>
        <p:nvSpPr>
          <p:cNvPr id="8" name="Bidang warna">
            <a:extLst xmlns:a="http://schemas.openxmlformats.org/drawingml/2006/main">
              <a:ext uri="{FF2B5EF4-FFF2-40B4-BE49-F238E27FC236}">
                <a16:creationId xmlns:a16="http://schemas.microsoft.com/office/drawing/2014/main" id="{BAB1A821-1405-4314-BF37-A2F254715D64}"/>
              </a:ext>
            </a:extLst>
          </p:cNvPr>
          <p:cNvSpPr>
            <a:spLocks xmlns:a="http://schemas.openxmlformats.org/drawingml/2006/main" noGrp="1"/>
          </p:cNvSpPr>
          <p:nvPr/>
        </p:nvSpPr>
        <p:spPr>
          <a:xfrm xmlns:a="http://schemas.openxmlformats.org/drawingml/2006/main">
            <a:off x="0" y="6057900"/>
            <a:ext cx="12192000" cy="8001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9" name="Refleksi perlu mengubah tindakan mengajar pada pertemuan berikutnya.">
            <a:extLst xmlns:a="http://schemas.openxmlformats.org/drawingml/2006/main">
              <a:ext uri="{FF2B5EF4-FFF2-40B4-BE49-F238E27FC236}">
                <a16:creationId xmlns:a16="http://schemas.microsoft.com/office/drawing/2014/main" id="{F75D9045-8C31-4201-B374-343A77F2EF19}"/>
              </a:ext>
            </a:extLst>
          </p:cNvPr>
          <p:cNvSpPr>
            <a:spLocks xmlns:a="http://schemas.openxmlformats.org/drawingml/2006/main" noGrp="1"/>
          </p:cNvSpPr>
          <p:nvPr/>
        </p:nvSpPr>
        <p:spPr>
          <a:xfrm xmlns:a="http://schemas.openxmlformats.org/drawingml/2006/main">
            <a:off x="533400" y="626745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Calibri"/>
                <a:ea typeface="Calibri"/>
                <a:cs typeface="Calibri"/>
              </a:defRPr>
            </a:defPPr>
            <a:lvl1pPr algn="l">
              <a:defRPr sz="2475" b="1">
                <a:solidFill>
                  <a:srgbClr val="FFFFFF"/>
                </a:solidFill>
                <a:latin typeface="Calibri"/>
                <a:ea typeface="Calibri"/>
                <a:cs typeface="Calibri"/>
              </a:defRPr>
            </a:lvl1pPr>
            <a:lvl2pPr algn="l">
              <a:defRPr sz="2475" b="1">
                <a:solidFill>
                  <a:srgbClr val="FFFFFF"/>
                </a:solidFill>
                <a:latin typeface="Calibri"/>
                <a:ea typeface="Calibri"/>
                <a:cs typeface="Calibri"/>
              </a:defRPr>
            </a:lvl2pPr>
            <a:lvl3pPr algn="l">
              <a:defRPr sz="2475" b="1">
                <a:solidFill>
                  <a:srgbClr val="FFFFFF"/>
                </a:solidFill>
                <a:latin typeface="Calibri"/>
                <a:ea typeface="Calibri"/>
                <a:cs typeface="Calibri"/>
              </a:defRPr>
            </a:lvl3pPr>
            <a:lvl4pPr algn="l">
              <a:defRPr sz="2475" b="1">
                <a:solidFill>
                  <a:srgbClr val="FFFFFF"/>
                </a:solidFill>
                <a:latin typeface="Calibri"/>
                <a:ea typeface="Calibri"/>
                <a:cs typeface="Calibri"/>
              </a:defRPr>
            </a:lvl4pPr>
            <a:lvl5pPr algn="l">
              <a:defRPr sz="2475" b="1">
                <a:solidFill>
                  <a:srgbClr val="FFFFFF"/>
                </a:solidFill>
                <a:latin typeface="Calibri"/>
                <a:ea typeface="Calibri"/>
                <a:cs typeface="Calibri"/>
              </a:defRPr>
            </a:lvl5pPr>
            <a:lvl6pPr algn="l">
              <a:defRPr sz="2475" b="1">
                <a:solidFill>
                  <a:srgbClr val="FFFFFF"/>
                </a:solidFill>
                <a:latin typeface="Calibri"/>
                <a:ea typeface="Calibri"/>
                <a:cs typeface="Calibri"/>
              </a:defRPr>
            </a:lvl6pPr>
            <a:lvl7pPr algn="l">
              <a:defRPr sz="2475" b="1">
                <a:solidFill>
                  <a:srgbClr val="FFFFFF"/>
                </a:solidFill>
                <a:latin typeface="Calibri"/>
                <a:ea typeface="Calibri"/>
                <a:cs typeface="Calibri"/>
              </a:defRPr>
            </a:lvl7pPr>
            <a:lvl8pPr algn="l">
              <a:defRPr sz="2475" b="1">
                <a:solidFill>
                  <a:srgbClr val="FFFFFF"/>
                </a:solidFill>
                <a:latin typeface="Calibri"/>
                <a:ea typeface="Calibri"/>
                <a:cs typeface="Calibri"/>
              </a:defRPr>
            </a:lvl8pPr>
            <a:lvl9pPr algn="l">
              <a:defRPr sz="2475" b="1">
                <a:solidFill>
                  <a:srgbClr val="FFFFFF"/>
                </a:solidFill>
                <a:latin typeface="Calibri"/>
                <a:ea typeface="Calibri"/>
                <a:cs typeface="Calibri"/>
              </a:defRPr>
            </a:lvl9pPr>
          </a:lstStyle>
          <a:p xmlns:a="http://schemas.openxmlformats.org/drawingml/2006/main">
            <a:pPr algn="l">
              <a:defRPr sz="2475" b="1">
                <a:solidFill>
                  <a:srgbClr val="FFFFFF"/>
                </a:solidFill>
                <a:latin typeface="Calibri"/>
                <a:ea typeface="Calibri"/>
                <a:cs typeface="Calibri"/>
              </a:defRPr>
            </a:pPr>
            <a:r>
              <a:rPr sz="2475" b="1">
                <a:solidFill>
                  <a:srgbClr val="FFFFFF"/>
                </a:solidFill>
                <a:latin typeface="Calibri"/>
                <a:ea typeface="Calibri"/>
                <a:cs typeface="Calibri"/>
              </a:rPr>
              <a:t>Refleksi perlu mengubah tindakan mengajar pada pertemuan berikutnya.</a:t>
            </a:r>
          </a:p>
        </p:txBody>
      </p:sp>
    </p:spTree>
    <p:extLst>
      <p:ext uri="{BB962C8B-B14F-4D97-AF65-F5344CB8AC3E}">
        <p14:creationId xmlns:p14="http://schemas.microsoft.com/office/powerpoint/2010/main" val="956117721"/>
      </p:ext>
    </p:extLst>
  </p:cSld>
</p:sld>
</file>

<file path=ppt/slides/slide12.xml><?xml version="1.0" encoding="utf-8"?>
<p:sld xmlns:p="http://schemas.openxmlformats.org/presentationml/2006/main">
  <p:cSld>
    <p:bg>
      <p:bgPr>
        <a:solidFill xmlns:a="http://schemas.openxmlformats.org/drawingml/2006/main">
          <a:srgbClr val="FAF5EC"/>
        </a:solidFill>
      </p:bgPr>
    </p:bg>
    <p:spTree>
      <p:nvGrpSpPr>
        <p:cNvPr id="1" name=""/>
        <p:cNvGrpSpPr/>
        <p:nvPr/>
      </p:nvGrpSpPr>
      <p:grpSpPr>
        <a:xfrm xmlns:a="http://schemas.openxmlformats.org/drawingml/2006/main"/>
      </p:grpSpPr>
      <p:sp>
        <p:nvSpPr>
          <p:cNvPr id="6" name="Rencana tindak lanjut yang dapat saya jalankan">
            <a:extLst xmlns:a="http://schemas.openxmlformats.org/drawingml/2006/main">
              <a:ext uri="{FF2B5EF4-FFF2-40B4-BE49-F238E27FC236}">
                <a16:creationId xmlns:a16="http://schemas.microsoft.com/office/drawing/2014/main" id="{7DEBE932-C330-4C01-8C07-F85D9E4F36B3}"/>
              </a:ext>
            </a:extLst>
          </p:cNvPr>
          <p:cNvSpPr>
            <a:spLocks xmlns:a="http://schemas.openxmlformats.org/drawingml/2006/main" noGrp="1"/>
          </p:cNvSpPr>
          <p:nvPr/>
        </p:nvSpPr>
        <p:spPr>
          <a:xfrm xmlns:a="http://schemas.openxmlformats.org/drawingml/2006/main">
            <a:off x="533400" y="4381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02A43"/>
                </a:solidFill>
                <a:latin typeface="Calibri"/>
                <a:ea typeface="Calibri"/>
                <a:cs typeface="Calibri"/>
              </a:defRPr>
            </a:defPPr>
            <a:lvl1pPr algn="l">
              <a:defRPr sz="3600" b="1">
                <a:solidFill>
                  <a:srgbClr val="102A43"/>
                </a:solidFill>
                <a:latin typeface="Calibri"/>
                <a:ea typeface="Calibri"/>
                <a:cs typeface="Calibri"/>
              </a:defRPr>
            </a:lvl1pPr>
            <a:lvl2pPr algn="l">
              <a:defRPr sz="3600" b="1">
                <a:solidFill>
                  <a:srgbClr val="102A43"/>
                </a:solidFill>
                <a:latin typeface="Calibri"/>
                <a:ea typeface="Calibri"/>
                <a:cs typeface="Calibri"/>
              </a:defRPr>
            </a:lvl2pPr>
            <a:lvl3pPr algn="l">
              <a:defRPr sz="3600" b="1">
                <a:solidFill>
                  <a:srgbClr val="102A43"/>
                </a:solidFill>
                <a:latin typeface="Calibri"/>
                <a:ea typeface="Calibri"/>
                <a:cs typeface="Calibri"/>
              </a:defRPr>
            </a:lvl3pPr>
            <a:lvl4pPr algn="l">
              <a:defRPr sz="3600" b="1">
                <a:solidFill>
                  <a:srgbClr val="102A43"/>
                </a:solidFill>
                <a:latin typeface="Calibri"/>
                <a:ea typeface="Calibri"/>
                <a:cs typeface="Calibri"/>
              </a:defRPr>
            </a:lvl4pPr>
            <a:lvl5pPr algn="l">
              <a:defRPr sz="3600" b="1">
                <a:solidFill>
                  <a:srgbClr val="102A43"/>
                </a:solidFill>
                <a:latin typeface="Calibri"/>
                <a:ea typeface="Calibri"/>
                <a:cs typeface="Calibri"/>
              </a:defRPr>
            </a:lvl5pPr>
            <a:lvl6pPr algn="l">
              <a:defRPr sz="3600" b="1">
                <a:solidFill>
                  <a:srgbClr val="102A43"/>
                </a:solidFill>
                <a:latin typeface="Calibri"/>
                <a:ea typeface="Calibri"/>
                <a:cs typeface="Calibri"/>
              </a:defRPr>
            </a:lvl6pPr>
            <a:lvl7pPr algn="l">
              <a:defRPr sz="3600" b="1">
                <a:solidFill>
                  <a:srgbClr val="102A43"/>
                </a:solidFill>
                <a:latin typeface="Calibri"/>
                <a:ea typeface="Calibri"/>
                <a:cs typeface="Calibri"/>
              </a:defRPr>
            </a:lvl7pPr>
            <a:lvl8pPr algn="l">
              <a:defRPr sz="3600" b="1">
                <a:solidFill>
                  <a:srgbClr val="102A43"/>
                </a:solidFill>
                <a:latin typeface="Calibri"/>
                <a:ea typeface="Calibri"/>
                <a:cs typeface="Calibri"/>
              </a:defRPr>
            </a:lvl8pPr>
            <a:lvl9pPr algn="l">
              <a:defRPr sz="3600" b="1">
                <a:solidFill>
                  <a:srgbClr val="102A43"/>
                </a:solidFill>
                <a:latin typeface="Calibri"/>
                <a:ea typeface="Calibri"/>
                <a:cs typeface="Calibri"/>
              </a:defRPr>
            </a:lvl9pPr>
          </a:lstStyle>
          <a:p xmlns:a="http://schemas.openxmlformats.org/drawingml/2006/main">
            <a:pPr algn="l">
              <a:defRPr sz="3600" b="1">
                <a:solidFill>
                  <a:srgbClr val="102A43"/>
                </a:solidFill>
                <a:latin typeface="Calibri"/>
                <a:ea typeface="Calibri"/>
                <a:cs typeface="Calibri"/>
              </a:defRPr>
            </a:pPr>
            <a:r>
              <a:rPr sz="3600" b="1">
                <a:solidFill>
                  <a:srgbClr val="102A43"/>
                </a:solidFill>
                <a:latin typeface="Calibri"/>
                <a:ea typeface="Calibri"/>
                <a:cs typeface="Calibri"/>
              </a:rPr>
              <a:t>Rencana tindak lanjut yang dapat saya jalankan</a:t>
            </a:r>
          </a:p>
        </p:txBody>
      </p:sp>
      <p:sp>
        <p:nvSpPr>
          <p:cNvPr id="2" name="12">
            <a:extLst xmlns:a="http://schemas.openxmlformats.org/drawingml/2006/main">
              <a:ext uri="{FF2B5EF4-FFF2-40B4-BE49-F238E27FC236}">
                <a16:creationId xmlns:a16="http://schemas.microsoft.com/office/drawing/2014/main" id="{C147786B-ABB7-456D-A5AF-5AD6105F1DEA}"/>
              </a:ext>
            </a:extLst>
          </p:cNvPr>
          <p:cNvSpPr>
            <a:spLocks xmlns:a="http://schemas.openxmlformats.org/drawingml/2006/main" noGrp="1"/>
          </p:cNvSpPr>
          <p:nvPr/>
        </p:nvSpPr>
        <p:spPr>
          <a:xfrm xmlns:a="http://schemas.openxmlformats.org/drawingml/2006/main">
            <a:off x="11334750" y="6496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42586B"/>
                </a:solidFill>
                <a:latin typeface="Calibri"/>
                <a:ea typeface="Calibri"/>
                <a:cs typeface="Calibri"/>
              </a:defRPr>
            </a:defPPr>
            <a:lvl1pPr algn="r">
              <a:defRPr sz="1650" b="0">
                <a:solidFill>
                  <a:srgbClr val="42586B"/>
                </a:solidFill>
                <a:latin typeface="Calibri"/>
                <a:ea typeface="Calibri"/>
                <a:cs typeface="Calibri"/>
              </a:defRPr>
            </a:lvl1pPr>
            <a:lvl2pPr algn="r">
              <a:defRPr sz="1650" b="0">
                <a:solidFill>
                  <a:srgbClr val="42586B"/>
                </a:solidFill>
                <a:latin typeface="Calibri"/>
                <a:ea typeface="Calibri"/>
                <a:cs typeface="Calibri"/>
              </a:defRPr>
            </a:lvl2pPr>
            <a:lvl3pPr algn="r">
              <a:defRPr sz="1650" b="0">
                <a:solidFill>
                  <a:srgbClr val="42586B"/>
                </a:solidFill>
                <a:latin typeface="Calibri"/>
                <a:ea typeface="Calibri"/>
                <a:cs typeface="Calibri"/>
              </a:defRPr>
            </a:lvl3pPr>
            <a:lvl4pPr algn="r">
              <a:defRPr sz="1650" b="0">
                <a:solidFill>
                  <a:srgbClr val="42586B"/>
                </a:solidFill>
                <a:latin typeface="Calibri"/>
                <a:ea typeface="Calibri"/>
                <a:cs typeface="Calibri"/>
              </a:defRPr>
            </a:lvl4pPr>
            <a:lvl5pPr algn="r">
              <a:defRPr sz="1650" b="0">
                <a:solidFill>
                  <a:srgbClr val="42586B"/>
                </a:solidFill>
                <a:latin typeface="Calibri"/>
                <a:ea typeface="Calibri"/>
                <a:cs typeface="Calibri"/>
              </a:defRPr>
            </a:lvl5pPr>
            <a:lvl6pPr algn="r">
              <a:defRPr sz="1650" b="0">
                <a:solidFill>
                  <a:srgbClr val="42586B"/>
                </a:solidFill>
                <a:latin typeface="Calibri"/>
                <a:ea typeface="Calibri"/>
                <a:cs typeface="Calibri"/>
              </a:defRPr>
            </a:lvl6pPr>
            <a:lvl7pPr algn="r">
              <a:defRPr sz="1650" b="0">
                <a:solidFill>
                  <a:srgbClr val="42586B"/>
                </a:solidFill>
                <a:latin typeface="Calibri"/>
                <a:ea typeface="Calibri"/>
                <a:cs typeface="Calibri"/>
              </a:defRPr>
            </a:lvl7pPr>
            <a:lvl8pPr algn="r">
              <a:defRPr sz="1650" b="0">
                <a:solidFill>
                  <a:srgbClr val="42586B"/>
                </a:solidFill>
                <a:latin typeface="Calibri"/>
                <a:ea typeface="Calibri"/>
                <a:cs typeface="Calibri"/>
              </a:defRPr>
            </a:lvl8pPr>
            <a:lvl9pPr algn="r">
              <a:defRPr sz="1650" b="0">
                <a:solidFill>
                  <a:srgbClr val="42586B"/>
                </a:solidFill>
                <a:latin typeface="Calibri"/>
                <a:ea typeface="Calibri"/>
                <a:cs typeface="Calibri"/>
              </a:defRPr>
            </a:lvl9pPr>
          </a:lstStyle>
          <a:p xmlns:a="http://schemas.openxmlformats.org/drawingml/2006/main">
            <a:pPr algn="r">
              <a:defRPr sz="1650" b="0">
                <a:solidFill>
                  <a:srgbClr val="42586B"/>
                </a:solidFill>
                <a:latin typeface="Calibri"/>
                <a:ea typeface="Calibri"/>
                <a:cs typeface="Calibri"/>
              </a:defRPr>
            </a:pPr>
            <a:r>
              <a:rPr sz="1650" b="0">
                <a:solidFill>
                  <a:srgbClr val="42586B"/>
                </a:solidFill>
                <a:latin typeface="Calibri"/>
                <a:ea typeface="Calibri"/>
                <a:cs typeface="Calibri"/>
              </a:rPr>
              <a:t>12</a:t>
            </a:r>
          </a:p>
        </p:txBody>
      </p:sp>
      <p:sp>
        <p:nvSpPr>
          <p:cNvPr id="3" name="Rencana untuk pembelajaran berikutnya">
            <a:extLst xmlns:a="http://schemas.openxmlformats.org/drawingml/2006/main">
              <a:ext uri="{FF2B5EF4-FFF2-40B4-BE49-F238E27FC236}">
                <a16:creationId xmlns:a16="http://schemas.microsoft.com/office/drawing/2014/main" id="{A3EA9A41-50F7-477F-8F6E-4B4F358D3F6E}"/>
              </a:ext>
            </a:extLst>
          </p:cNvPr>
          <p:cNvSpPr>
            <a:spLocks xmlns:a="http://schemas.openxmlformats.org/drawingml/2006/main" noGrp="1"/>
          </p:cNvSpPr>
          <p:nvPr/>
        </p:nvSpPr>
        <p:spPr>
          <a:xfrm xmlns:a="http://schemas.openxmlformats.org/drawingml/2006/main">
            <a:off x="533400" y="121920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2586B"/>
                </a:solidFill>
                <a:latin typeface="Calibri"/>
                <a:ea typeface="Calibri"/>
                <a:cs typeface="Calibri"/>
              </a:defRPr>
            </a:defPPr>
            <a:lvl1pPr algn="l">
              <a:defRPr sz="2250" b="0">
                <a:solidFill>
                  <a:srgbClr val="42586B"/>
                </a:solidFill>
                <a:latin typeface="Calibri"/>
                <a:ea typeface="Calibri"/>
                <a:cs typeface="Calibri"/>
              </a:defRPr>
            </a:lvl1pPr>
            <a:lvl2pPr algn="l">
              <a:defRPr sz="2250" b="0">
                <a:solidFill>
                  <a:srgbClr val="42586B"/>
                </a:solidFill>
                <a:latin typeface="Calibri"/>
                <a:ea typeface="Calibri"/>
                <a:cs typeface="Calibri"/>
              </a:defRPr>
            </a:lvl2pPr>
            <a:lvl3pPr algn="l">
              <a:defRPr sz="2250" b="0">
                <a:solidFill>
                  <a:srgbClr val="42586B"/>
                </a:solidFill>
                <a:latin typeface="Calibri"/>
                <a:ea typeface="Calibri"/>
                <a:cs typeface="Calibri"/>
              </a:defRPr>
            </a:lvl3pPr>
            <a:lvl4pPr algn="l">
              <a:defRPr sz="2250" b="0">
                <a:solidFill>
                  <a:srgbClr val="42586B"/>
                </a:solidFill>
                <a:latin typeface="Calibri"/>
                <a:ea typeface="Calibri"/>
                <a:cs typeface="Calibri"/>
              </a:defRPr>
            </a:lvl4pPr>
            <a:lvl5pPr algn="l">
              <a:defRPr sz="2250" b="0">
                <a:solidFill>
                  <a:srgbClr val="42586B"/>
                </a:solidFill>
                <a:latin typeface="Calibri"/>
                <a:ea typeface="Calibri"/>
                <a:cs typeface="Calibri"/>
              </a:defRPr>
            </a:lvl5pPr>
            <a:lvl6pPr algn="l">
              <a:defRPr sz="2250" b="0">
                <a:solidFill>
                  <a:srgbClr val="42586B"/>
                </a:solidFill>
                <a:latin typeface="Calibri"/>
                <a:ea typeface="Calibri"/>
                <a:cs typeface="Calibri"/>
              </a:defRPr>
            </a:lvl6pPr>
            <a:lvl7pPr algn="l">
              <a:defRPr sz="2250" b="0">
                <a:solidFill>
                  <a:srgbClr val="42586B"/>
                </a:solidFill>
                <a:latin typeface="Calibri"/>
                <a:ea typeface="Calibri"/>
                <a:cs typeface="Calibri"/>
              </a:defRPr>
            </a:lvl7pPr>
            <a:lvl8pPr algn="l">
              <a:defRPr sz="2250" b="0">
                <a:solidFill>
                  <a:srgbClr val="42586B"/>
                </a:solidFill>
                <a:latin typeface="Calibri"/>
                <a:ea typeface="Calibri"/>
                <a:cs typeface="Calibri"/>
              </a:defRPr>
            </a:lvl8pPr>
            <a:lvl9pPr algn="l">
              <a:defRPr sz="2250" b="0">
                <a:solidFill>
                  <a:srgbClr val="42586B"/>
                </a:solidFill>
                <a:latin typeface="Calibri"/>
                <a:ea typeface="Calibri"/>
                <a:cs typeface="Calibri"/>
              </a:defRPr>
            </a:lvl9pPr>
          </a:lstStyle>
          <a:p xmlns:a="http://schemas.openxmlformats.org/drawingml/2006/main">
            <a:pPr algn="l">
              <a:defRPr sz="2250" b="0">
                <a:solidFill>
                  <a:srgbClr val="42586B"/>
                </a:solidFill>
                <a:latin typeface="Calibri"/>
                <a:ea typeface="Calibri"/>
                <a:cs typeface="Calibri"/>
              </a:defRPr>
            </a:pPr>
            <a:r>
              <a:rPr sz="2250" b="0">
                <a:solidFill>
                  <a:srgbClr val="42586B"/>
                </a:solidFill>
                <a:latin typeface="Calibri"/>
                <a:ea typeface="Calibri"/>
                <a:cs typeface="Calibri"/>
              </a:rPr>
              <a:t>Rencana untuk pembelajaran berikutnya</a:t>
            </a:r>
          </a:p>
        </p:txBody>
      </p:sp>
      <p:graphicFrame>
        <p:nvGraphicFramePr>
          <p:cNvPr id="4" name="">
            <a:extLst xmlns:a="http://schemas.openxmlformats.org/drawingml/2006/main">
              <a:ext uri="{FF2B5EF4-FFF2-40B4-BE49-F238E27FC236}">
                <a16:creationId xmlns:a16="http://schemas.microsoft.com/office/drawing/2014/main" id="{8DDCDD0D-433A-45BC-BFDB-F83969C97206}"/>
              </a:ext>
            </a:extLst>
          </p:cNvPr>
          <p:cNvGraphicFramePr/>
          <p:nvPr/>
        </p:nvGraphicFramePr>
        <p:xfrm>
          <a:off xmlns:a="http://schemas.openxmlformats.org/drawingml/2006/main" x="533400" y="1905000"/>
          <a:ext xmlns:a="http://schemas.openxmlformats.org/drawingml/2006/main" cx="11125200" cy="3924300"/>
        </p:xfrm>
        <a:graphic xmlns:a="http://schemas.openxmlformats.org/drawingml/2006/main">
          <a:graphicData uri="http://schemas.openxmlformats.org/drawingml/2006/table">
            <a:tbl>
              <a:tblPr firstRow="0" bandRow="0"/>
              <a:tblGrid>
                <a:gridCol w="1952625"/>
                <a:gridCol w="5505450"/>
                <a:gridCol w="3667125"/>
              </a:tblGrid>
              <a:tr h="638175">
                <a:tc>
                  <a:txBody>
                    <a:bodyPr wrap="square"/>
                    <a:lstStyle/>
                    <a:p>
                      <a:pPr algn="l"/>
                      <a:r>
                        <a:rPr sz="2250" b="1">
                          <a:solidFill>
                            <a:srgbClr val="FFFFFF"/>
                          </a:solidFill>
                          <a:latin typeface="Calibri"/>
                          <a:ea typeface="Calibri"/>
                          <a:cs typeface="Calibri"/>
                        </a:rPr>
                        <a:t>Waktu</a:t>
                      </a:r>
                    </a:p>
                  </a:txBody>
                  <a:tcPr marL="171450" marR="171450" marT="133350" marB="133350" anchor="ctr">
                    <a:lnL w="9525">
                      <a:solidFill>
                        <a:srgbClr val="CDDADC"/>
                      </a:solidFill>
                      <a:prstDash val="solid"/>
                    </a:lnL>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250" b="1">
                          <a:solidFill>
                            <a:srgbClr val="FFFFFF"/>
                          </a:solidFill>
                          <a:latin typeface="Calibri"/>
                          <a:ea typeface="Calibri"/>
                          <a:cs typeface="Calibri"/>
                        </a:rPr>
                        <a:t>Tindakan</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c>
                  <a:txBody>
                    <a:bodyPr wrap="square"/>
                    <a:lstStyle/>
                    <a:p>
                      <a:pPr algn="l"/>
                      <a:r>
                        <a:rPr sz="2250" b="1">
                          <a:solidFill>
                            <a:srgbClr val="FFFFFF"/>
                          </a:solidFill>
                          <a:latin typeface="Calibri"/>
                          <a:ea typeface="Calibri"/>
                          <a:cs typeface="Calibri"/>
                        </a:rPr>
                        <a:t>Bukti yang saya simpan</a:t>
                      </a:r>
                    </a:p>
                  </a:txBody>
                  <a:tcPr marL="171450" marR="171450" marT="133350" marB="133350" anchor="ctr">
                    <a:lnR w="9525">
                      <a:solidFill>
                        <a:srgbClr val="CDDADC"/>
                      </a:solidFill>
                      <a:prstDash val="solid"/>
                    </a:lnR>
                    <a:lnT w="9525">
                      <a:solidFill>
                        <a:srgbClr val="CDDADC"/>
                      </a:solidFill>
                      <a:prstDash val="solid"/>
                    </a:lnT>
                    <a:lnB w="9525">
                      <a:solidFill>
                        <a:srgbClr val="CDDADC"/>
                      </a:solidFill>
                      <a:prstDash val="solid"/>
                    </a:lnB>
                    <a:solidFill>
                      <a:srgbClr val="102A43"/>
                    </a:solidFill>
                  </a:tcPr>
                </a:tc>
              </a:tr>
              <a:tr h="1095375">
                <a:tc>
                  <a:txBody>
                    <a:bodyPr wrap="square"/>
                    <a:lstStyle/>
                    <a:p>
                      <a:pPr algn="l"/>
                      <a:r>
                        <a:rPr sz="2175" b="1">
                          <a:solidFill>
                            <a:srgbClr val="087E8B"/>
                          </a:solidFill>
                          <a:latin typeface="Calibri"/>
                          <a:ea typeface="Calibri"/>
                          <a:cs typeface="Calibri"/>
                        </a:rPr>
                        <a:t>Awal topik</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FFFFFF"/>
                    </a:solidFill>
                  </a:tcPr>
                </a:tc>
                <a:tc>
                  <a:txBody>
                    <a:bodyPr wrap="square"/>
                    <a:lstStyle/>
                    <a:p>
                      <a:pPr algn="l"/>
                      <a:r>
                        <a:rPr sz="2175" b="0">
                          <a:solidFill>
                            <a:srgbClr val="102A43"/>
                          </a:solidFill>
                          <a:latin typeface="Calibri"/>
                          <a:ea typeface="Calibri"/>
                          <a:cs typeface="Calibri"/>
                        </a:rPr>
                        <a:t>Cek prasyarat dan tentukan bantuan</a:t>
                      </a:r>
                    </a:p>
                    <a:p>
                      <a:pPr algn="l"/>
                      <a:r>
                        <a:rPr sz="2175" b="0">
                          <a:solidFill>
                            <a:srgbClr val="102A43"/>
                          </a:solidFill>
                          <a:latin typeface="Calibri"/>
                          <a:ea typeface="Calibri"/>
                          <a:cs typeface="Calibri"/>
                        </a:rPr>
                        <a:t>sesuai kesiapan siswa.</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175" b="0">
                          <a:solidFill>
                            <a:srgbClr val="102A43"/>
                          </a:solidFill>
                          <a:latin typeface="Calibri"/>
                          <a:ea typeface="Calibri"/>
                          <a:cs typeface="Calibri"/>
                        </a:rPr>
                        <a:t>Jawaban asesmen awal</a:t>
                      </a:r>
                    </a:p>
                    <a:p>
                      <a:pPr algn="l"/>
                      <a:r>
                        <a:rPr sz="2175" b="0">
                          <a:solidFill>
                            <a:srgbClr val="102A43"/>
                          </a:solidFill>
                          <a:latin typeface="Calibri"/>
                          <a:ea typeface="Calibri"/>
                          <a:cs typeface="Calibri"/>
                        </a:rPr>
                        <a:t>dan kebutuhan bantuan.</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r>
              <a:tr h="1095375">
                <a:tc>
                  <a:txBody>
                    <a:bodyPr wrap="square"/>
                    <a:lstStyle/>
                    <a:p>
                      <a:pPr algn="l"/>
                      <a:r>
                        <a:rPr sz="2175" b="1">
                          <a:solidFill>
                            <a:srgbClr val="087E8B"/>
                          </a:solidFill>
                          <a:latin typeface="Calibri"/>
                          <a:ea typeface="Calibri"/>
                          <a:cs typeface="Calibri"/>
                        </a:rPr>
                        <a:t>Saat praktik</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E6F1F2"/>
                    </a:solidFill>
                  </a:tcPr>
                </a:tc>
                <a:tc>
                  <a:txBody>
                    <a:bodyPr wrap="square"/>
                    <a:lstStyle/>
                    <a:p>
                      <a:pPr algn="l"/>
                      <a:r>
                        <a:rPr sz="2175" b="0">
                          <a:solidFill>
                            <a:srgbClr val="102A43"/>
                          </a:solidFill>
                          <a:latin typeface="Calibri"/>
                          <a:ea typeface="Calibri"/>
                          <a:cs typeface="Calibri"/>
                        </a:rPr>
                        <a:t>Gunakan simulasi dan pertanyaan penuntun.</a:t>
                      </a:r>
                    </a:p>
                    <a:p>
                      <a:pPr algn="l"/>
                      <a:r>
                        <a:rPr sz="2175" b="0">
                          <a:solidFill>
                            <a:srgbClr val="102A43"/>
                          </a:solidFill>
                          <a:latin typeface="Calibri"/>
                          <a:ea typeface="Calibri"/>
                          <a:cs typeface="Calibri"/>
                        </a:rPr>
                        <a:t>Dampingi praktik serta K3.</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c>
                  <a:txBody>
                    <a:bodyPr wrap="square"/>
                    <a:lstStyle/>
                    <a:p>
                      <a:pPr algn="l"/>
                      <a:r>
                        <a:rPr sz="2175" b="0">
                          <a:solidFill>
                            <a:srgbClr val="102A43"/>
                          </a:solidFill>
                          <a:latin typeface="Calibri"/>
                          <a:ea typeface="Calibri"/>
                          <a:cs typeface="Calibri"/>
                        </a:rPr>
                        <a:t>Alasan pilihan parameter</a:t>
                      </a:r>
                    </a:p>
                    <a:p>
                      <a:pPr algn="l"/>
                      <a:r>
                        <a:rPr sz="2175" b="0">
                          <a:solidFill>
                            <a:srgbClr val="102A43"/>
                          </a:solidFill>
                          <a:latin typeface="Calibri"/>
                          <a:ea typeface="Calibri"/>
                          <a:cs typeface="Calibri"/>
                        </a:rPr>
                        <a:t>dan catatan proses.</a:t>
                      </a:r>
                    </a:p>
                  </a:txBody>
                  <a:tcPr marL="171450" marR="171450" marT="133350" marB="133350" anchor="ctr">
                    <a:lnR w="9525">
                      <a:solidFill>
                        <a:srgbClr val="CDDADC"/>
                      </a:solidFill>
                      <a:prstDash val="solid"/>
                    </a:lnR>
                    <a:lnB w="9525">
                      <a:solidFill>
                        <a:srgbClr val="CDDADC"/>
                      </a:solidFill>
                      <a:prstDash val="solid"/>
                    </a:lnB>
                    <a:solidFill>
                      <a:srgbClr val="E6F1F2"/>
                    </a:solidFill>
                  </a:tcPr>
                </a:tc>
              </a:tr>
              <a:tr h="1095375">
                <a:tc>
                  <a:txBody>
                    <a:bodyPr wrap="square"/>
                    <a:lstStyle/>
                    <a:p>
                      <a:pPr algn="l"/>
                      <a:r>
                        <a:rPr sz="2175" b="1">
                          <a:solidFill>
                            <a:srgbClr val="087E8B"/>
                          </a:solidFill>
                          <a:latin typeface="Calibri"/>
                          <a:ea typeface="Calibri"/>
                          <a:cs typeface="Calibri"/>
                        </a:rPr>
                        <a:t>Akhir topik</a:t>
                      </a:r>
                    </a:p>
                  </a:txBody>
                  <a:tcPr marL="171450" marR="171450" marT="133350" marB="133350" anchor="ctr">
                    <a:lnL w="9525">
                      <a:solidFill>
                        <a:srgbClr val="CDDADC"/>
                      </a:solidFill>
                      <a:prstDash val="solid"/>
                    </a:lnL>
                    <a:lnR w="9525">
                      <a:solidFill>
                        <a:srgbClr val="CDDADC"/>
                      </a:solidFill>
                      <a:prstDash val="solid"/>
                    </a:lnR>
                    <a:lnB w="9525">
                      <a:solidFill>
                        <a:srgbClr val="CDDADC"/>
                      </a:solidFill>
                      <a:prstDash val="solid"/>
                    </a:lnB>
                    <a:solidFill>
                      <a:srgbClr val="FFFFFF"/>
                    </a:solidFill>
                  </a:tcPr>
                </a:tc>
                <a:tc>
                  <a:txBody>
                    <a:bodyPr wrap="square"/>
                    <a:lstStyle/>
                    <a:p>
                      <a:pPr algn="l"/>
                      <a:r>
                        <a:rPr sz="2175" b="0">
                          <a:solidFill>
                            <a:srgbClr val="102A43"/>
                          </a:solidFill>
                          <a:latin typeface="Calibri"/>
                          <a:ea typeface="Calibri"/>
                          <a:cs typeface="Calibri"/>
                        </a:rPr>
                        <a:t>Tinjau hasil dan revisi media</a:t>
                      </a:r>
                    </a:p>
                    <a:p>
                      <a:pPr algn="l"/>
                      <a:r>
                        <a:rPr sz="2175" b="0">
                          <a:solidFill>
                            <a:srgbClr val="102A43"/>
                          </a:solidFill>
                          <a:latin typeface="Calibri"/>
                          <a:ea typeface="Calibri"/>
                          <a:cs typeface="Calibri"/>
                        </a:rPr>
                        <a:t>bersama masukan guru pamong.</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c>
                  <a:txBody>
                    <a:bodyPr wrap="square"/>
                    <a:lstStyle/>
                    <a:p>
                      <a:pPr algn="l"/>
                      <a:r>
                        <a:rPr sz="2175" b="0">
                          <a:solidFill>
                            <a:srgbClr val="102A43"/>
                          </a:solidFill>
                          <a:latin typeface="Calibri"/>
                          <a:ea typeface="Calibri"/>
                          <a:cs typeface="Calibri"/>
                        </a:rPr>
                        <a:t>Hasil job sheet, komentar</a:t>
                      </a:r>
                    </a:p>
                    <a:p>
                      <a:pPr algn="l"/>
                      <a:r>
                        <a:rPr sz="2175" b="0">
                          <a:solidFill>
                            <a:srgbClr val="102A43"/>
                          </a:solidFill>
                          <a:latin typeface="Calibri"/>
                          <a:ea typeface="Calibri"/>
                          <a:cs typeface="Calibri"/>
                        </a:rPr>
                        <a:t>siswa, dan daftar revisi.</a:t>
                      </a:r>
                    </a:p>
                  </a:txBody>
                  <a:tcPr marL="171450" marR="171450" marT="133350" marB="133350" anchor="ctr">
                    <a:lnR w="9525">
                      <a:solidFill>
                        <a:srgbClr val="CDDADC"/>
                      </a:solidFill>
                      <a:prstDash val="solid"/>
                    </a:lnR>
                    <a:lnB w="9525">
                      <a:solidFill>
                        <a:srgbClr val="CDDADC"/>
                      </a:solidFill>
                      <a:prstDash val="solid"/>
                    </a:lnB>
                    <a:solidFill>
                      <a:srgbClr val="FFFFFF"/>
                    </a:solidFill>
                  </a:tcPr>
                </a:tc>
              </a:tr>
            </a:tbl>
          </a:graphicData>
        </a:graphic>
      </p:graphicFrame>
      <p:sp>
        <p:nvSpPr>
          <p:cNvPr id="5" name="Saya ingin terus memperbaiki pembelajaran berdasarkan pengalaman dan b">
            <a:extLst xmlns:a="http://schemas.openxmlformats.org/drawingml/2006/main">
              <a:ext uri="{FF2B5EF4-FFF2-40B4-BE49-F238E27FC236}">
                <a16:creationId xmlns:a16="http://schemas.microsoft.com/office/drawing/2014/main" id="{4D0401E6-8D4F-4C30-86BF-84C1C83099E8}"/>
              </a:ext>
            </a:extLst>
          </p:cNvPr>
          <p:cNvSpPr>
            <a:spLocks xmlns:a="http://schemas.openxmlformats.org/drawingml/2006/main" noGrp="1"/>
          </p:cNvSpPr>
          <p:nvPr/>
        </p:nvSpPr>
        <p:spPr>
          <a:xfrm xmlns:a="http://schemas.openxmlformats.org/drawingml/2006/main">
            <a:off x="533400" y="6219825"/>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E8B"/>
                </a:solidFill>
                <a:latin typeface="Calibri"/>
                <a:ea typeface="Calibri"/>
                <a:cs typeface="Calibri"/>
              </a:defRPr>
            </a:defPPr>
            <a:lvl1pPr algn="l">
              <a:defRPr sz="2325" b="1">
                <a:solidFill>
                  <a:srgbClr val="087E8B"/>
                </a:solidFill>
                <a:latin typeface="Calibri"/>
                <a:ea typeface="Calibri"/>
                <a:cs typeface="Calibri"/>
              </a:defRPr>
            </a:lvl1pPr>
            <a:lvl2pPr algn="l">
              <a:defRPr sz="2325" b="1">
                <a:solidFill>
                  <a:srgbClr val="087E8B"/>
                </a:solidFill>
                <a:latin typeface="Calibri"/>
                <a:ea typeface="Calibri"/>
                <a:cs typeface="Calibri"/>
              </a:defRPr>
            </a:lvl2pPr>
            <a:lvl3pPr algn="l">
              <a:defRPr sz="2325" b="1">
                <a:solidFill>
                  <a:srgbClr val="087E8B"/>
                </a:solidFill>
                <a:latin typeface="Calibri"/>
                <a:ea typeface="Calibri"/>
                <a:cs typeface="Calibri"/>
              </a:defRPr>
            </a:lvl3pPr>
            <a:lvl4pPr algn="l">
              <a:defRPr sz="2325" b="1">
                <a:solidFill>
                  <a:srgbClr val="087E8B"/>
                </a:solidFill>
                <a:latin typeface="Calibri"/>
                <a:ea typeface="Calibri"/>
                <a:cs typeface="Calibri"/>
              </a:defRPr>
            </a:lvl4pPr>
            <a:lvl5pPr algn="l">
              <a:defRPr sz="2325" b="1">
                <a:solidFill>
                  <a:srgbClr val="087E8B"/>
                </a:solidFill>
                <a:latin typeface="Calibri"/>
                <a:ea typeface="Calibri"/>
                <a:cs typeface="Calibri"/>
              </a:defRPr>
            </a:lvl5pPr>
            <a:lvl6pPr algn="l">
              <a:defRPr sz="2325" b="1">
                <a:solidFill>
                  <a:srgbClr val="087E8B"/>
                </a:solidFill>
                <a:latin typeface="Calibri"/>
                <a:ea typeface="Calibri"/>
                <a:cs typeface="Calibri"/>
              </a:defRPr>
            </a:lvl6pPr>
            <a:lvl7pPr algn="l">
              <a:defRPr sz="2325" b="1">
                <a:solidFill>
                  <a:srgbClr val="087E8B"/>
                </a:solidFill>
                <a:latin typeface="Calibri"/>
                <a:ea typeface="Calibri"/>
                <a:cs typeface="Calibri"/>
              </a:defRPr>
            </a:lvl7pPr>
            <a:lvl8pPr algn="l">
              <a:defRPr sz="2325" b="1">
                <a:solidFill>
                  <a:srgbClr val="087E8B"/>
                </a:solidFill>
                <a:latin typeface="Calibri"/>
                <a:ea typeface="Calibri"/>
                <a:cs typeface="Calibri"/>
              </a:defRPr>
            </a:lvl8pPr>
            <a:lvl9pPr algn="l">
              <a:defRPr sz="2325" b="1">
                <a:solidFill>
                  <a:srgbClr val="087E8B"/>
                </a:solidFill>
                <a:latin typeface="Calibri"/>
                <a:ea typeface="Calibri"/>
                <a:cs typeface="Calibri"/>
              </a:defRPr>
            </a:lvl9pPr>
          </a:lstStyle>
          <a:p xmlns:a="http://schemas.openxmlformats.org/drawingml/2006/main">
            <a:pPr algn="l">
              <a:defRPr sz="2325" b="1">
                <a:solidFill>
                  <a:srgbClr val="087E8B"/>
                </a:solidFill>
                <a:latin typeface="Calibri"/>
                <a:ea typeface="Calibri"/>
                <a:cs typeface="Calibri"/>
              </a:defRPr>
            </a:pPr>
            <a:r>
              <a:rPr sz="2325" b="1">
                <a:solidFill>
                  <a:srgbClr val="087E8B"/>
                </a:solidFill>
                <a:latin typeface="Calibri"/>
                <a:ea typeface="Calibri"/>
                <a:cs typeface="Calibri"/>
              </a:rPr>
              <a:t>Saya ingin terus memperbaiki pembelajaran berdasarkan pengalaman dan bukti.</a:t>
            </a:r>
          </a:p>
        </p:txBody>
      </p:sp>
    </p:spTree>
    <p:extLst>
      <p:ext uri="{BB962C8B-B14F-4D97-AF65-F5344CB8AC3E}">
        <p14:creationId xmlns:p14="http://schemas.microsoft.com/office/powerpoint/2010/main" val="670243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2026-10-24T03:19:49.1860000Z</dcterms:created>
  <dcterms:modified xsi:type="dcterms:W3CDTF">2026-10-24T03:19:49.1860000Z</dcterms:modified>
</coreProperties>
</file>